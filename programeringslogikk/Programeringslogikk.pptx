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AD735-8E85-4BC9-B109-248B455A6FC2}" v="128" dt="2025-10-30T23:57:09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sa Casale" userId="80f20146-ce0a-4efa-93de-96a2a0401d20" providerId="ADAL" clId="{01409F34-1A0D-4125-BDE2-8915CEA44A83}"/>
    <pc:docChg chg="undo redo custSel addSld delSld modSld sldOrd modMainMaster">
      <pc:chgData name="Hamsa Casale" userId="80f20146-ce0a-4efa-93de-96a2a0401d20" providerId="ADAL" clId="{01409F34-1A0D-4125-BDE2-8915CEA44A83}" dt="2025-10-30T23:57:55.031" v="1327" actId="20577"/>
      <pc:docMkLst>
        <pc:docMk/>
      </pc:docMkLst>
      <pc:sldChg chg="setBg">
        <pc:chgData name="Hamsa Casale" userId="80f20146-ce0a-4efa-93de-96a2a0401d20" providerId="ADAL" clId="{01409F34-1A0D-4125-BDE2-8915CEA44A83}" dt="2025-10-29T21:00:02.423" v="39"/>
        <pc:sldMkLst>
          <pc:docMk/>
          <pc:sldMk cId="148665278" sldId="257"/>
        </pc:sldMkLst>
      </pc:sldChg>
      <pc:sldChg chg="addSp delSp modSp mod">
        <pc:chgData name="Hamsa Casale" userId="80f20146-ce0a-4efa-93de-96a2a0401d20" providerId="ADAL" clId="{01409F34-1A0D-4125-BDE2-8915CEA44A83}" dt="2025-10-29T21:25:30.740" v="128" actId="1076"/>
        <pc:sldMkLst>
          <pc:docMk/>
          <pc:sldMk cId="519220507" sldId="258"/>
        </pc:sldMkLst>
        <pc:spChg chg="add del mod">
          <ac:chgData name="Hamsa Casale" userId="80f20146-ce0a-4efa-93de-96a2a0401d20" providerId="ADAL" clId="{01409F34-1A0D-4125-BDE2-8915CEA44A83}" dt="2025-10-29T21:25:23.795" v="127" actId="1076"/>
          <ac:spMkLst>
            <pc:docMk/>
            <pc:sldMk cId="519220507" sldId="258"/>
            <ac:spMk id="2" creationId="{DF558588-4759-3FD4-4CF6-290D018E98D6}"/>
          </ac:spMkLst>
        </pc:spChg>
        <pc:spChg chg="add mod">
          <ac:chgData name="Hamsa Casale" userId="80f20146-ce0a-4efa-93de-96a2a0401d20" providerId="ADAL" clId="{01409F34-1A0D-4125-BDE2-8915CEA44A83}" dt="2025-10-29T21:25:30.740" v="128" actId="1076"/>
          <ac:spMkLst>
            <pc:docMk/>
            <pc:sldMk cId="519220507" sldId="258"/>
            <ac:spMk id="3" creationId="{4761939E-68A1-FD27-94EF-81F687144BD8}"/>
          </ac:spMkLst>
        </pc:spChg>
        <pc:picChg chg="mod">
          <ac:chgData name="Hamsa Casale" userId="80f20146-ce0a-4efa-93de-96a2a0401d20" providerId="ADAL" clId="{01409F34-1A0D-4125-BDE2-8915CEA44A83}" dt="2025-10-29T21:24:38.217" v="121" actId="14100"/>
          <ac:picMkLst>
            <pc:docMk/>
            <pc:sldMk cId="519220507" sldId="258"/>
            <ac:picMk id="7" creationId="{8F408D40-C90F-823F-DB93-D36E85D38575}"/>
          </ac:picMkLst>
        </pc:picChg>
      </pc:sldChg>
      <pc:sldChg chg="addSp delSp modSp add del mod">
        <pc:chgData name="Hamsa Casale" userId="80f20146-ce0a-4efa-93de-96a2a0401d20" providerId="ADAL" clId="{01409F34-1A0D-4125-BDE2-8915CEA44A83}" dt="2025-10-30T19:14:11.885" v="607"/>
        <pc:sldMkLst>
          <pc:docMk/>
          <pc:sldMk cId="167670636" sldId="259"/>
        </pc:sldMkLst>
        <pc:spChg chg="add mod">
          <ac:chgData name="Hamsa Casale" userId="80f20146-ce0a-4efa-93de-96a2a0401d20" providerId="ADAL" clId="{01409F34-1A0D-4125-BDE2-8915CEA44A83}" dt="2025-10-30T19:14:09.113" v="606" actId="20577"/>
          <ac:spMkLst>
            <pc:docMk/>
            <pc:sldMk cId="167670636" sldId="259"/>
            <ac:spMk id="3" creationId="{1CF69E63-40F3-412E-B62D-DE7DD486515B}"/>
          </ac:spMkLst>
        </pc:spChg>
        <pc:spChg chg="add mod">
          <ac:chgData name="Hamsa Casale" userId="80f20146-ce0a-4efa-93de-96a2a0401d20" providerId="ADAL" clId="{01409F34-1A0D-4125-BDE2-8915CEA44A83}" dt="2025-10-30T19:14:11.885" v="607"/>
          <ac:spMkLst>
            <pc:docMk/>
            <pc:sldMk cId="167670636" sldId="259"/>
            <ac:spMk id="4" creationId="{FD08778B-3F75-30B1-2B09-DE2FA8CB6478}"/>
          </ac:spMkLst>
        </pc:spChg>
      </pc:sldChg>
      <pc:sldChg chg="addSp delSp modSp add mod">
        <pc:chgData name="Hamsa Casale" userId="80f20146-ce0a-4efa-93de-96a2a0401d20" providerId="ADAL" clId="{01409F34-1A0D-4125-BDE2-8915CEA44A83}" dt="2025-10-29T21:36:53.709" v="189" actId="1076"/>
        <pc:sldMkLst>
          <pc:docMk/>
          <pc:sldMk cId="3163706608" sldId="260"/>
        </pc:sldMkLst>
        <pc:spChg chg="mod">
          <ac:chgData name="Hamsa Casale" userId="80f20146-ce0a-4efa-93de-96a2a0401d20" providerId="ADAL" clId="{01409F34-1A0D-4125-BDE2-8915CEA44A83}" dt="2025-10-29T21:30:09.689" v="164" actId="1076"/>
          <ac:spMkLst>
            <pc:docMk/>
            <pc:sldMk cId="3163706608" sldId="260"/>
            <ac:spMk id="3" creationId="{A49513B9-C6EB-935B-0E2A-0797CCF5E487}"/>
          </ac:spMkLst>
        </pc:spChg>
        <pc:spChg chg="add del mod">
          <ac:chgData name="Hamsa Casale" userId="80f20146-ce0a-4efa-93de-96a2a0401d20" providerId="ADAL" clId="{01409F34-1A0D-4125-BDE2-8915CEA44A83}" dt="2025-10-29T21:36:53.709" v="189" actId="1076"/>
          <ac:spMkLst>
            <pc:docMk/>
            <pc:sldMk cId="3163706608" sldId="260"/>
            <ac:spMk id="4" creationId="{B5DED5C1-4D4B-B533-3299-D1F9CEB2E505}"/>
          </ac:spMkLst>
        </pc:spChg>
      </pc:sldChg>
      <pc:sldChg chg="addSp delSp modSp new del mod setBg">
        <pc:chgData name="Hamsa Casale" userId="80f20146-ce0a-4efa-93de-96a2a0401d20" providerId="ADAL" clId="{01409F34-1A0D-4125-BDE2-8915CEA44A83}" dt="2025-10-29T21:04:00.778" v="64" actId="47"/>
        <pc:sldMkLst>
          <pc:docMk/>
          <pc:sldMk cId="3639490929" sldId="260"/>
        </pc:sldMkLst>
      </pc:sldChg>
      <pc:sldChg chg="add del setBg">
        <pc:chgData name="Hamsa Casale" userId="80f20146-ce0a-4efa-93de-96a2a0401d20" providerId="ADAL" clId="{01409F34-1A0D-4125-BDE2-8915CEA44A83}" dt="2025-10-29T21:03:21.509" v="54"/>
        <pc:sldMkLst>
          <pc:docMk/>
          <pc:sldMk cId="895578195" sldId="261"/>
        </pc:sldMkLst>
      </pc:sldChg>
      <pc:sldChg chg="add del">
        <pc:chgData name="Hamsa Casale" userId="80f20146-ce0a-4efa-93de-96a2a0401d20" providerId="ADAL" clId="{01409F34-1A0D-4125-BDE2-8915CEA44A83}" dt="2025-10-30T19:16:46.435" v="612" actId="2696"/>
        <pc:sldMkLst>
          <pc:docMk/>
          <pc:sldMk cId="2204492831" sldId="261"/>
        </pc:sldMkLst>
      </pc:sldChg>
      <pc:sldChg chg="addSp delSp modSp add del mod setBg">
        <pc:chgData name="Hamsa Casale" userId="80f20146-ce0a-4efa-93de-96a2a0401d20" providerId="ADAL" clId="{01409F34-1A0D-4125-BDE2-8915CEA44A83}" dt="2025-10-29T21:03:24.919" v="59"/>
        <pc:sldMkLst>
          <pc:docMk/>
          <pc:sldMk cId="3036565068" sldId="261"/>
        </pc:sldMkLst>
      </pc:sldChg>
      <pc:sldChg chg="addSp delSp modSp new del mod setBg">
        <pc:chgData name="Hamsa Casale" userId="80f20146-ce0a-4efa-93de-96a2a0401d20" providerId="ADAL" clId="{01409F34-1A0D-4125-BDE2-8915CEA44A83}" dt="2025-10-30T22:46:21.255" v="1015" actId="2696"/>
        <pc:sldMkLst>
          <pc:docMk/>
          <pc:sldMk cId="573943653" sldId="262"/>
        </pc:sldMkLst>
        <pc:spChg chg="add del mod">
          <ac:chgData name="Hamsa Casale" userId="80f20146-ce0a-4efa-93de-96a2a0401d20" providerId="ADAL" clId="{01409F34-1A0D-4125-BDE2-8915CEA44A83}" dt="2025-10-30T18:40:56.932" v="198"/>
          <ac:spMkLst>
            <pc:docMk/>
            <pc:sldMk cId="573943653" sldId="262"/>
            <ac:spMk id="2" creationId="{9BF7F2F3-72A5-658C-97A4-F089962C27E0}"/>
          </ac:spMkLst>
        </pc:spChg>
        <pc:spChg chg="add mod">
          <ac:chgData name="Hamsa Casale" userId="80f20146-ce0a-4efa-93de-96a2a0401d20" providerId="ADAL" clId="{01409F34-1A0D-4125-BDE2-8915CEA44A83}" dt="2025-10-30T19:14:02.792" v="603" actId="20577"/>
          <ac:spMkLst>
            <pc:docMk/>
            <pc:sldMk cId="573943653" sldId="262"/>
            <ac:spMk id="4" creationId="{45EDE7D5-AF90-0AA9-32F4-FF73B680022B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8" creationId="{F3060C83-F051-4F0E-ABAD-AA0DFC48B218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10" creationId="{83C98ABE-055B-441F-B07E-44F97F083C39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12" creationId="{29FDB030-9B49-4CED-8CCD-4D99382388AC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14" creationId="{3783CA14-24A1-485C-8B30-D6A5D87987AD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16" creationId="{9A97C86A-04D6-40F7-AE84-31AB43E6A846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18" creationId="{FF9F2414-84E8-453E-B1F3-389FDE8192D9}"/>
          </ac:spMkLst>
        </pc:spChg>
        <pc:spChg chg="add del">
          <ac:chgData name="Hamsa Casale" userId="80f20146-ce0a-4efa-93de-96a2a0401d20" providerId="ADAL" clId="{01409F34-1A0D-4125-BDE2-8915CEA44A83}" dt="2025-10-30T18:40:56.900" v="195" actId="26606"/>
          <ac:spMkLst>
            <pc:docMk/>
            <pc:sldMk cId="573943653" sldId="262"/>
            <ac:spMk id="20" creationId="{3ECA69A1-7536-43AC-85EF-C7106179F5ED}"/>
          </ac:spMkLst>
        </pc:spChg>
        <pc:spChg chg="add">
          <ac:chgData name="Hamsa Casale" userId="80f20146-ce0a-4efa-93de-96a2a0401d20" providerId="ADAL" clId="{01409F34-1A0D-4125-BDE2-8915CEA44A83}" dt="2025-10-30T18:40:56.926" v="196" actId="26606"/>
          <ac:spMkLst>
            <pc:docMk/>
            <pc:sldMk cId="573943653" sldId="262"/>
            <ac:spMk id="22" creationId="{7BDAC5B6-20CE-447F-8BA1-F2274AC7AE5B}"/>
          </ac:spMkLst>
        </pc:spChg>
        <pc:spChg chg="add">
          <ac:chgData name="Hamsa Casale" userId="80f20146-ce0a-4efa-93de-96a2a0401d20" providerId="ADAL" clId="{01409F34-1A0D-4125-BDE2-8915CEA44A83}" dt="2025-10-30T18:40:56.926" v="196" actId="26606"/>
          <ac:spMkLst>
            <pc:docMk/>
            <pc:sldMk cId="573943653" sldId="262"/>
            <ac:spMk id="23" creationId="{D1D22B31-BF8F-446B-9009-8A251FB177CB}"/>
          </ac:spMkLst>
        </pc:spChg>
        <pc:graphicFrameChg chg="add del mod modGraphic">
          <ac:chgData name="Hamsa Casale" userId="80f20146-ce0a-4efa-93de-96a2a0401d20" providerId="ADAL" clId="{01409F34-1A0D-4125-BDE2-8915CEA44A83}" dt="2025-10-30T19:00:58.416" v="487" actId="478"/>
          <ac:graphicFrameMkLst>
            <pc:docMk/>
            <pc:sldMk cId="573943653" sldId="262"/>
            <ac:graphicFrameMk id="3" creationId="{99166A45-DA88-CFCE-6416-A5839EDB9E7A}"/>
          </ac:graphicFrameMkLst>
        </pc:graphicFrameChg>
      </pc:sldChg>
      <pc:sldChg chg="add del">
        <pc:chgData name="Hamsa Casale" userId="80f20146-ce0a-4efa-93de-96a2a0401d20" providerId="ADAL" clId="{01409F34-1A0D-4125-BDE2-8915CEA44A83}" dt="2025-10-30T19:13:46.590" v="586"/>
        <pc:sldMkLst>
          <pc:docMk/>
          <pc:sldMk cId="3251647087" sldId="263"/>
        </pc:sldMkLst>
      </pc:sldChg>
      <pc:sldChg chg="modSp add mod ord">
        <pc:chgData name="Hamsa Casale" userId="80f20146-ce0a-4efa-93de-96a2a0401d20" providerId="ADAL" clId="{01409F34-1A0D-4125-BDE2-8915CEA44A83}" dt="2025-10-30T19:25:21.594" v="645" actId="20577"/>
        <pc:sldMkLst>
          <pc:docMk/>
          <pc:sldMk cId="4039396778" sldId="263"/>
        </pc:sldMkLst>
        <pc:spChg chg="mod">
          <ac:chgData name="Hamsa Casale" userId="80f20146-ce0a-4efa-93de-96a2a0401d20" providerId="ADAL" clId="{01409F34-1A0D-4125-BDE2-8915CEA44A83}" dt="2025-10-30T19:25:21.594" v="645" actId="20577"/>
          <ac:spMkLst>
            <pc:docMk/>
            <pc:sldMk cId="4039396778" sldId="263"/>
            <ac:spMk id="3" creationId="{C0D2EC09-B181-9086-3445-DE2D032019C8}"/>
          </ac:spMkLst>
        </pc:spChg>
      </pc:sldChg>
      <pc:sldChg chg="addSp modSp add mod">
        <pc:chgData name="Hamsa Casale" userId="80f20146-ce0a-4efa-93de-96a2a0401d20" providerId="ADAL" clId="{01409F34-1A0D-4125-BDE2-8915CEA44A83}" dt="2025-10-30T19:25:36.028" v="647" actId="1076"/>
        <pc:sldMkLst>
          <pc:docMk/>
          <pc:sldMk cId="3204356344" sldId="264"/>
        </pc:sldMkLst>
        <pc:spChg chg="add">
          <ac:chgData name="Hamsa Casale" userId="80f20146-ce0a-4efa-93de-96a2a0401d20" providerId="ADAL" clId="{01409F34-1A0D-4125-BDE2-8915CEA44A83}" dt="2025-10-30T19:17:55.317" v="626"/>
          <ac:spMkLst>
            <pc:docMk/>
            <pc:sldMk cId="3204356344" sldId="264"/>
            <ac:spMk id="2" creationId="{60007EDA-B7EE-2FFB-BA7E-9393B2C7EA2C}"/>
          </ac:spMkLst>
        </pc:spChg>
        <pc:spChg chg="mod">
          <ac:chgData name="Hamsa Casale" userId="80f20146-ce0a-4efa-93de-96a2a0401d20" providerId="ADAL" clId="{01409F34-1A0D-4125-BDE2-8915CEA44A83}" dt="2025-10-30T19:25:36.028" v="647" actId="1076"/>
          <ac:spMkLst>
            <pc:docMk/>
            <pc:sldMk cId="3204356344" sldId="264"/>
            <ac:spMk id="3" creationId="{9AA23DEC-4DEF-360F-84E9-D8FA90FC83F5}"/>
          </ac:spMkLst>
        </pc:spChg>
        <pc:spChg chg="mod">
          <ac:chgData name="Hamsa Casale" userId="80f20146-ce0a-4efa-93de-96a2a0401d20" providerId="ADAL" clId="{01409F34-1A0D-4125-BDE2-8915CEA44A83}" dt="2025-10-30T19:18:43.066" v="632" actId="20577"/>
          <ac:spMkLst>
            <pc:docMk/>
            <pc:sldMk cId="3204356344" sldId="264"/>
            <ac:spMk id="4" creationId="{6B59B198-2B06-DAD7-F075-BB6239E08E7F}"/>
          </ac:spMkLst>
        </pc:spChg>
      </pc:sldChg>
      <pc:sldChg chg="modSp add mod">
        <pc:chgData name="Hamsa Casale" userId="80f20146-ce0a-4efa-93de-96a2a0401d20" providerId="ADAL" clId="{01409F34-1A0D-4125-BDE2-8915CEA44A83}" dt="2025-10-30T19:51:07.617" v="819" actId="1076"/>
        <pc:sldMkLst>
          <pc:docMk/>
          <pc:sldMk cId="3383577115" sldId="265"/>
        </pc:sldMkLst>
        <pc:spChg chg="mod">
          <ac:chgData name="Hamsa Casale" userId="80f20146-ce0a-4efa-93de-96a2a0401d20" providerId="ADAL" clId="{01409F34-1A0D-4125-BDE2-8915CEA44A83}" dt="2025-10-30T19:46:59.730" v="742" actId="20577"/>
          <ac:spMkLst>
            <pc:docMk/>
            <pc:sldMk cId="3383577115" sldId="265"/>
            <ac:spMk id="3" creationId="{76C0655F-289F-767B-29BA-14606C956651}"/>
          </ac:spMkLst>
        </pc:spChg>
        <pc:spChg chg="mod">
          <ac:chgData name="Hamsa Casale" userId="80f20146-ce0a-4efa-93de-96a2a0401d20" providerId="ADAL" clId="{01409F34-1A0D-4125-BDE2-8915CEA44A83}" dt="2025-10-30T19:51:07.617" v="819" actId="1076"/>
          <ac:spMkLst>
            <pc:docMk/>
            <pc:sldMk cId="3383577115" sldId="265"/>
            <ac:spMk id="4" creationId="{CBF1742D-BA1D-41A0-A8AD-04B9024B3F89}"/>
          </ac:spMkLst>
        </pc:spChg>
      </pc:sldChg>
      <pc:sldChg chg="addSp delSp modSp add mod">
        <pc:chgData name="Hamsa Casale" userId="80f20146-ce0a-4efa-93de-96a2a0401d20" providerId="ADAL" clId="{01409F34-1A0D-4125-BDE2-8915CEA44A83}" dt="2025-10-30T21:39:54.304" v="888"/>
        <pc:sldMkLst>
          <pc:docMk/>
          <pc:sldMk cId="566458205" sldId="266"/>
        </pc:sldMkLst>
        <pc:spChg chg="add">
          <ac:chgData name="Hamsa Casale" userId="80f20146-ce0a-4efa-93de-96a2a0401d20" providerId="ADAL" clId="{01409F34-1A0D-4125-BDE2-8915CEA44A83}" dt="2025-10-30T21:37:08.125" v="865"/>
          <ac:spMkLst>
            <pc:docMk/>
            <pc:sldMk cId="566458205" sldId="266"/>
            <ac:spMk id="2" creationId="{A4BB9B79-E3F3-B019-AC2B-EC37EF254C27}"/>
          </ac:spMkLst>
        </pc:spChg>
        <pc:spChg chg="mod">
          <ac:chgData name="Hamsa Casale" userId="80f20146-ce0a-4efa-93de-96a2a0401d20" providerId="ADAL" clId="{01409F34-1A0D-4125-BDE2-8915CEA44A83}" dt="2025-10-30T21:34:15.832" v="858" actId="1076"/>
          <ac:spMkLst>
            <pc:docMk/>
            <pc:sldMk cId="566458205" sldId="266"/>
            <ac:spMk id="3" creationId="{2DA2655F-4215-61DF-116D-D27B63746E23}"/>
          </ac:spMkLst>
        </pc:spChg>
        <pc:spChg chg="mod">
          <ac:chgData name="Hamsa Casale" userId="80f20146-ce0a-4efa-93de-96a2a0401d20" providerId="ADAL" clId="{01409F34-1A0D-4125-BDE2-8915CEA44A83}" dt="2025-10-30T21:38:34.356" v="885" actId="20577"/>
          <ac:spMkLst>
            <pc:docMk/>
            <pc:sldMk cId="566458205" sldId="266"/>
            <ac:spMk id="4" creationId="{0DE99B4E-95CF-2E8E-37FE-6BEFBC076591}"/>
          </ac:spMkLst>
        </pc:spChg>
        <pc:spChg chg="add del mod">
          <ac:chgData name="Hamsa Casale" userId="80f20146-ce0a-4efa-93de-96a2a0401d20" providerId="ADAL" clId="{01409F34-1A0D-4125-BDE2-8915CEA44A83}" dt="2025-10-30T21:39:54.304" v="888"/>
          <ac:spMkLst>
            <pc:docMk/>
            <pc:sldMk cId="566458205" sldId="266"/>
            <ac:spMk id="5" creationId="{5AF2AFF4-0029-7146-A782-97803304144E}"/>
          </ac:spMkLst>
        </pc:spChg>
      </pc:sldChg>
      <pc:sldChg chg="modSp add mod">
        <pc:chgData name="Hamsa Casale" userId="80f20146-ce0a-4efa-93de-96a2a0401d20" providerId="ADAL" clId="{01409F34-1A0D-4125-BDE2-8915CEA44A83}" dt="2025-10-30T21:43:31.962" v="938" actId="122"/>
        <pc:sldMkLst>
          <pc:docMk/>
          <pc:sldMk cId="722983624" sldId="267"/>
        </pc:sldMkLst>
        <pc:spChg chg="mod">
          <ac:chgData name="Hamsa Casale" userId="80f20146-ce0a-4efa-93de-96a2a0401d20" providerId="ADAL" clId="{01409F34-1A0D-4125-BDE2-8915CEA44A83}" dt="2025-10-30T21:41:38.241" v="904" actId="113"/>
          <ac:spMkLst>
            <pc:docMk/>
            <pc:sldMk cId="722983624" sldId="267"/>
            <ac:spMk id="3" creationId="{73244BF4-61ED-2902-0BE6-4C00EE33311E}"/>
          </ac:spMkLst>
        </pc:spChg>
        <pc:spChg chg="mod">
          <ac:chgData name="Hamsa Casale" userId="80f20146-ce0a-4efa-93de-96a2a0401d20" providerId="ADAL" clId="{01409F34-1A0D-4125-BDE2-8915CEA44A83}" dt="2025-10-30T21:43:31.962" v="938" actId="122"/>
          <ac:spMkLst>
            <pc:docMk/>
            <pc:sldMk cId="722983624" sldId="267"/>
            <ac:spMk id="4" creationId="{F9E99C14-29BA-721A-D1CA-EA03584CDF4E}"/>
          </ac:spMkLst>
        </pc:spChg>
        <pc:picChg chg="mod">
          <ac:chgData name="Hamsa Casale" userId="80f20146-ce0a-4efa-93de-96a2a0401d20" providerId="ADAL" clId="{01409F34-1A0D-4125-BDE2-8915CEA44A83}" dt="2025-10-30T21:40:41.599" v="896" actId="1076"/>
          <ac:picMkLst>
            <pc:docMk/>
            <pc:sldMk cId="722983624" sldId="267"/>
            <ac:picMk id="7" creationId="{4F6ABD89-85B1-4984-25A7-F46F5F7BBCFE}"/>
          </ac:picMkLst>
        </pc:picChg>
      </pc:sldChg>
      <pc:sldChg chg="add del">
        <pc:chgData name="Hamsa Casale" userId="80f20146-ce0a-4efa-93de-96a2a0401d20" providerId="ADAL" clId="{01409F34-1A0D-4125-BDE2-8915CEA44A83}" dt="2025-10-30T21:40:23.801" v="893"/>
        <pc:sldMkLst>
          <pc:docMk/>
          <pc:sldMk cId="2798155395" sldId="268"/>
        </pc:sldMkLst>
      </pc:sldChg>
      <pc:sldChg chg="add del">
        <pc:chgData name="Hamsa Casale" userId="80f20146-ce0a-4efa-93de-96a2a0401d20" providerId="ADAL" clId="{01409F34-1A0D-4125-BDE2-8915CEA44A83}" dt="2025-10-30T21:40:17.239" v="891"/>
        <pc:sldMkLst>
          <pc:docMk/>
          <pc:sldMk cId="4048750954" sldId="268"/>
        </pc:sldMkLst>
      </pc:sldChg>
      <pc:sldChg chg="modSp add mod">
        <pc:chgData name="Hamsa Casale" userId="80f20146-ce0a-4efa-93de-96a2a0401d20" providerId="ADAL" clId="{01409F34-1A0D-4125-BDE2-8915CEA44A83}" dt="2025-10-30T21:59:12.378" v="944" actId="1076"/>
        <pc:sldMkLst>
          <pc:docMk/>
          <pc:sldMk cId="4278749226" sldId="268"/>
        </pc:sldMkLst>
        <pc:spChg chg="mod">
          <ac:chgData name="Hamsa Casale" userId="80f20146-ce0a-4efa-93de-96a2a0401d20" providerId="ADAL" clId="{01409F34-1A0D-4125-BDE2-8915CEA44A83}" dt="2025-10-30T21:59:12.378" v="944" actId="1076"/>
          <ac:spMkLst>
            <pc:docMk/>
            <pc:sldMk cId="4278749226" sldId="268"/>
            <ac:spMk id="3" creationId="{9772A357-C964-6930-7BAD-B8DC0BE84CEC}"/>
          </ac:spMkLst>
        </pc:spChg>
        <pc:spChg chg="mod">
          <ac:chgData name="Hamsa Casale" userId="80f20146-ce0a-4efa-93de-96a2a0401d20" providerId="ADAL" clId="{01409F34-1A0D-4125-BDE2-8915CEA44A83}" dt="2025-10-30T21:58:28.896" v="942" actId="20577"/>
          <ac:spMkLst>
            <pc:docMk/>
            <pc:sldMk cId="4278749226" sldId="268"/>
            <ac:spMk id="4" creationId="{E7EFD4D0-49A5-74DF-ED39-53011684EFE9}"/>
          </ac:spMkLst>
        </pc:spChg>
      </pc:sldChg>
      <pc:sldChg chg="addSp modSp add mod">
        <pc:chgData name="Hamsa Casale" userId="80f20146-ce0a-4efa-93de-96a2a0401d20" providerId="ADAL" clId="{01409F34-1A0D-4125-BDE2-8915CEA44A83}" dt="2025-10-30T22:11:13.349" v="958" actId="1076"/>
        <pc:sldMkLst>
          <pc:docMk/>
          <pc:sldMk cId="248998798" sldId="269"/>
        </pc:sldMkLst>
        <pc:spChg chg="add">
          <ac:chgData name="Hamsa Casale" userId="80f20146-ce0a-4efa-93de-96a2a0401d20" providerId="ADAL" clId="{01409F34-1A0D-4125-BDE2-8915CEA44A83}" dt="2025-10-30T22:10:09.506" v="946"/>
          <ac:spMkLst>
            <pc:docMk/>
            <pc:sldMk cId="248998798" sldId="269"/>
            <ac:spMk id="2" creationId="{5E30AA96-A453-80EE-36EF-5F5ABFFC5383}"/>
          </ac:spMkLst>
        </pc:spChg>
        <pc:spChg chg="mod">
          <ac:chgData name="Hamsa Casale" userId="80f20146-ce0a-4efa-93de-96a2a0401d20" providerId="ADAL" clId="{01409F34-1A0D-4125-BDE2-8915CEA44A83}" dt="2025-10-30T22:11:13.349" v="958" actId="1076"/>
          <ac:spMkLst>
            <pc:docMk/>
            <pc:sldMk cId="248998798" sldId="269"/>
            <ac:spMk id="4" creationId="{79E729F2-B35F-E14A-E338-1A9FEA02E796}"/>
          </ac:spMkLst>
        </pc:spChg>
      </pc:sldChg>
      <pc:sldChg chg="modSp add mod">
        <pc:chgData name="Hamsa Casale" userId="80f20146-ce0a-4efa-93de-96a2a0401d20" providerId="ADAL" clId="{01409F34-1A0D-4125-BDE2-8915CEA44A83}" dt="2025-10-30T22:23:15.069" v="995" actId="20577"/>
        <pc:sldMkLst>
          <pc:docMk/>
          <pc:sldMk cId="1601464095" sldId="270"/>
        </pc:sldMkLst>
        <pc:spChg chg="mod">
          <ac:chgData name="Hamsa Casale" userId="80f20146-ce0a-4efa-93de-96a2a0401d20" providerId="ADAL" clId="{01409F34-1A0D-4125-BDE2-8915CEA44A83}" dt="2025-10-30T22:20:55.114" v="991" actId="1076"/>
          <ac:spMkLst>
            <pc:docMk/>
            <pc:sldMk cId="1601464095" sldId="270"/>
            <ac:spMk id="3" creationId="{562D5ED0-A6A7-E50D-0ACB-2B4246620CCA}"/>
          </ac:spMkLst>
        </pc:spChg>
        <pc:spChg chg="mod">
          <ac:chgData name="Hamsa Casale" userId="80f20146-ce0a-4efa-93de-96a2a0401d20" providerId="ADAL" clId="{01409F34-1A0D-4125-BDE2-8915CEA44A83}" dt="2025-10-30T22:23:15.069" v="995" actId="20577"/>
          <ac:spMkLst>
            <pc:docMk/>
            <pc:sldMk cId="1601464095" sldId="270"/>
            <ac:spMk id="4" creationId="{192F82FB-7285-5447-4C66-97CB46CAE893}"/>
          </ac:spMkLst>
        </pc:spChg>
      </pc:sldChg>
      <pc:sldChg chg="modSp add mod">
        <pc:chgData name="Hamsa Casale" userId="80f20146-ce0a-4efa-93de-96a2a0401d20" providerId="ADAL" clId="{01409F34-1A0D-4125-BDE2-8915CEA44A83}" dt="2025-10-30T22:44:53.346" v="1014" actId="1076"/>
        <pc:sldMkLst>
          <pc:docMk/>
          <pc:sldMk cId="3125870395" sldId="271"/>
        </pc:sldMkLst>
        <pc:spChg chg="mod">
          <ac:chgData name="Hamsa Casale" userId="80f20146-ce0a-4efa-93de-96a2a0401d20" providerId="ADAL" clId="{01409F34-1A0D-4125-BDE2-8915CEA44A83}" dt="2025-10-30T22:44:01.120" v="1004" actId="1076"/>
          <ac:spMkLst>
            <pc:docMk/>
            <pc:sldMk cId="3125870395" sldId="271"/>
            <ac:spMk id="3" creationId="{2371CBE1-0C6A-5795-23FB-B9CACCEA9E95}"/>
          </ac:spMkLst>
        </pc:spChg>
        <pc:spChg chg="mod">
          <ac:chgData name="Hamsa Casale" userId="80f20146-ce0a-4efa-93de-96a2a0401d20" providerId="ADAL" clId="{01409F34-1A0D-4125-BDE2-8915CEA44A83}" dt="2025-10-30T22:44:45.038" v="1013" actId="20577"/>
          <ac:spMkLst>
            <pc:docMk/>
            <pc:sldMk cId="3125870395" sldId="271"/>
            <ac:spMk id="4" creationId="{B5EB4DE9-9076-B581-2164-4E14BF94A324}"/>
          </ac:spMkLst>
        </pc:spChg>
        <pc:picChg chg="mod">
          <ac:chgData name="Hamsa Casale" userId="80f20146-ce0a-4efa-93de-96a2a0401d20" providerId="ADAL" clId="{01409F34-1A0D-4125-BDE2-8915CEA44A83}" dt="2025-10-30T22:44:53.346" v="1014" actId="1076"/>
          <ac:picMkLst>
            <pc:docMk/>
            <pc:sldMk cId="3125870395" sldId="271"/>
            <ac:picMk id="7" creationId="{42B962F3-C463-B7EA-EE8D-62BDFB618B37}"/>
          </ac:picMkLst>
        </pc:picChg>
      </pc:sldChg>
      <pc:sldChg chg="addSp modSp new mod">
        <pc:chgData name="Hamsa Casale" userId="80f20146-ce0a-4efa-93de-96a2a0401d20" providerId="ADAL" clId="{01409F34-1A0D-4125-BDE2-8915CEA44A83}" dt="2025-10-30T23:29:18.222" v="1216" actId="1076"/>
        <pc:sldMkLst>
          <pc:docMk/>
          <pc:sldMk cId="1786048893" sldId="272"/>
        </pc:sldMkLst>
        <pc:spChg chg="add mod">
          <ac:chgData name="Hamsa Casale" userId="80f20146-ce0a-4efa-93de-96a2a0401d20" providerId="ADAL" clId="{01409F34-1A0D-4125-BDE2-8915CEA44A83}" dt="2025-10-30T23:29:18.222" v="1216" actId="1076"/>
          <ac:spMkLst>
            <pc:docMk/>
            <pc:sldMk cId="1786048893" sldId="272"/>
            <ac:spMk id="2" creationId="{D62CE6AE-4C37-FC56-B00F-75169201F38C}"/>
          </ac:spMkLst>
        </pc:spChg>
      </pc:sldChg>
      <pc:sldChg chg="modSp add mod">
        <pc:chgData name="Hamsa Casale" userId="80f20146-ce0a-4efa-93de-96a2a0401d20" providerId="ADAL" clId="{01409F34-1A0D-4125-BDE2-8915CEA44A83}" dt="2025-10-30T23:36:11.587" v="1242"/>
        <pc:sldMkLst>
          <pc:docMk/>
          <pc:sldMk cId="779164906" sldId="273"/>
        </pc:sldMkLst>
        <pc:spChg chg="mod">
          <ac:chgData name="Hamsa Casale" userId="80f20146-ce0a-4efa-93de-96a2a0401d20" providerId="ADAL" clId="{01409F34-1A0D-4125-BDE2-8915CEA44A83}" dt="2025-10-30T23:36:11.587" v="1242"/>
          <ac:spMkLst>
            <pc:docMk/>
            <pc:sldMk cId="779164906" sldId="273"/>
            <ac:spMk id="2" creationId="{A61CDD5D-F494-4828-A251-4CB605CE6A7F}"/>
          </ac:spMkLst>
        </pc:spChg>
      </pc:sldChg>
      <pc:sldChg chg="addSp modSp new mod ord">
        <pc:chgData name="Hamsa Casale" userId="80f20146-ce0a-4efa-93de-96a2a0401d20" providerId="ADAL" clId="{01409F34-1A0D-4125-BDE2-8915CEA44A83}" dt="2025-10-30T23:57:55.031" v="1327" actId="20577"/>
        <pc:sldMkLst>
          <pc:docMk/>
          <pc:sldMk cId="726844866" sldId="274"/>
        </pc:sldMkLst>
        <pc:spChg chg="add mod">
          <ac:chgData name="Hamsa Casale" userId="80f20146-ce0a-4efa-93de-96a2a0401d20" providerId="ADAL" clId="{01409F34-1A0D-4125-BDE2-8915CEA44A83}" dt="2025-10-30T23:57:55.031" v="1327" actId="20577"/>
          <ac:spMkLst>
            <pc:docMk/>
            <pc:sldMk cId="726844866" sldId="274"/>
            <ac:spMk id="2" creationId="{C99F421A-D0AD-465D-1BF1-50FBE2775975}"/>
          </ac:spMkLst>
        </pc:spChg>
      </pc:sldChg>
      <pc:sldChg chg="new del">
        <pc:chgData name="Hamsa Casale" userId="80f20146-ce0a-4efa-93de-96a2a0401d20" providerId="ADAL" clId="{01409F34-1A0D-4125-BDE2-8915CEA44A83}" dt="2025-10-30T23:39:50.154" v="1243" actId="47"/>
        <pc:sldMkLst>
          <pc:docMk/>
          <pc:sldMk cId="1651282563" sldId="274"/>
        </pc:sldMkLst>
      </pc:sldChg>
      <pc:sldMasterChg chg="setBg modSldLayout">
        <pc:chgData name="Hamsa Casale" userId="80f20146-ce0a-4efa-93de-96a2a0401d20" providerId="ADAL" clId="{01409F34-1A0D-4125-BDE2-8915CEA44A83}" dt="2025-10-29T21:00:02.423" v="39"/>
        <pc:sldMasterMkLst>
          <pc:docMk/>
          <pc:sldMasterMk cId="953668033" sldId="2147483648"/>
        </pc:sldMasterMkLst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2076903898" sldId="2147483649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1551065221" sldId="2147483650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539042165" sldId="2147483651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1113045287" sldId="2147483652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3730280294" sldId="2147483653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1128244722" sldId="2147483654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1196978733" sldId="2147483655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3349012914" sldId="2147483656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1716541944" sldId="2147483657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472821311" sldId="2147483658"/>
          </pc:sldLayoutMkLst>
        </pc:sldLayoutChg>
        <pc:sldLayoutChg chg="setBg">
          <pc:chgData name="Hamsa Casale" userId="80f20146-ce0a-4efa-93de-96a2a0401d20" providerId="ADAL" clId="{01409F34-1A0D-4125-BDE2-8915CEA44A83}" dt="2025-10-29T21:00:02.423" v="39"/>
          <pc:sldLayoutMkLst>
            <pc:docMk/>
            <pc:sldMasterMk cId="953668033" sldId="2147483648"/>
            <pc:sldLayoutMk cId="468009745" sldId="2147483659"/>
          </pc:sldLayoutMkLst>
        </pc:sldLayoutChg>
      </pc:sldMasterChg>
    </pc:docChg>
  </pc:docChgLst>
  <pc:docChgLst>
    <pc:chgData name="Hamsa Casale" userId="80f20146-ce0a-4efa-93de-96a2a0401d20" providerId="ADAL" clId="{545149D6-F680-4FF2-AAA2-2F457525D681}"/>
    <pc:docChg chg="modSld">
      <pc:chgData name="Hamsa Casale" userId="80f20146-ce0a-4efa-93de-96a2a0401d20" providerId="ADAL" clId="{545149D6-F680-4FF2-AAA2-2F457525D681}" dt="2025-10-31T07:17:34.691" v="3" actId="113"/>
      <pc:docMkLst>
        <pc:docMk/>
      </pc:docMkLst>
      <pc:sldChg chg="modSp mod">
        <pc:chgData name="Hamsa Casale" userId="80f20146-ce0a-4efa-93de-96a2a0401d20" providerId="ADAL" clId="{545149D6-F680-4FF2-AAA2-2F457525D681}" dt="2025-10-31T07:17:20.245" v="0" actId="113"/>
        <pc:sldMkLst>
          <pc:docMk/>
          <pc:sldMk cId="4278749226" sldId="268"/>
        </pc:sldMkLst>
        <pc:spChg chg="mod">
          <ac:chgData name="Hamsa Casale" userId="80f20146-ce0a-4efa-93de-96a2a0401d20" providerId="ADAL" clId="{545149D6-F680-4FF2-AAA2-2F457525D681}" dt="2025-10-31T07:17:20.245" v="0" actId="113"/>
          <ac:spMkLst>
            <pc:docMk/>
            <pc:sldMk cId="4278749226" sldId="268"/>
            <ac:spMk id="3" creationId="{9772A357-C964-6930-7BAD-B8DC0BE84CEC}"/>
          </ac:spMkLst>
        </pc:spChg>
      </pc:sldChg>
      <pc:sldChg chg="modSp mod">
        <pc:chgData name="Hamsa Casale" userId="80f20146-ce0a-4efa-93de-96a2a0401d20" providerId="ADAL" clId="{545149D6-F680-4FF2-AAA2-2F457525D681}" dt="2025-10-31T07:17:25.963" v="1" actId="113"/>
        <pc:sldMkLst>
          <pc:docMk/>
          <pc:sldMk cId="248998798" sldId="269"/>
        </pc:sldMkLst>
        <pc:spChg chg="mod">
          <ac:chgData name="Hamsa Casale" userId="80f20146-ce0a-4efa-93de-96a2a0401d20" providerId="ADAL" clId="{545149D6-F680-4FF2-AAA2-2F457525D681}" dt="2025-10-31T07:17:25.963" v="1" actId="113"/>
          <ac:spMkLst>
            <pc:docMk/>
            <pc:sldMk cId="248998798" sldId="269"/>
            <ac:spMk id="3" creationId="{B86E9AE1-AD0A-50C7-4494-E79B78CFD7F8}"/>
          </ac:spMkLst>
        </pc:spChg>
      </pc:sldChg>
      <pc:sldChg chg="modSp mod">
        <pc:chgData name="Hamsa Casale" userId="80f20146-ce0a-4efa-93de-96a2a0401d20" providerId="ADAL" clId="{545149D6-F680-4FF2-AAA2-2F457525D681}" dt="2025-10-31T07:17:30.409" v="2" actId="113"/>
        <pc:sldMkLst>
          <pc:docMk/>
          <pc:sldMk cId="1601464095" sldId="270"/>
        </pc:sldMkLst>
        <pc:spChg chg="mod">
          <ac:chgData name="Hamsa Casale" userId="80f20146-ce0a-4efa-93de-96a2a0401d20" providerId="ADAL" clId="{545149D6-F680-4FF2-AAA2-2F457525D681}" dt="2025-10-31T07:17:30.409" v="2" actId="113"/>
          <ac:spMkLst>
            <pc:docMk/>
            <pc:sldMk cId="1601464095" sldId="270"/>
            <ac:spMk id="3" creationId="{562D5ED0-A6A7-E50D-0ACB-2B4246620CCA}"/>
          </ac:spMkLst>
        </pc:spChg>
      </pc:sldChg>
      <pc:sldChg chg="modSp mod">
        <pc:chgData name="Hamsa Casale" userId="80f20146-ce0a-4efa-93de-96a2a0401d20" providerId="ADAL" clId="{545149D6-F680-4FF2-AAA2-2F457525D681}" dt="2025-10-31T07:17:34.691" v="3" actId="113"/>
        <pc:sldMkLst>
          <pc:docMk/>
          <pc:sldMk cId="3125870395" sldId="271"/>
        </pc:sldMkLst>
        <pc:spChg chg="mod">
          <ac:chgData name="Hamsa Casale" userId="80f20146-ce0a-4efa-93de-96a2a0401d20" providerId="ADAL" clId="{545149D6-F680-4FF2-AAA2-2F457525D681}" dt="2025-10-31T07:17:34.691" v="3" actId="113"/>
          <ac:spMkLst>
            <pc:docMk/>
            <pc:sldMk cId="3125870395" sldId="271"/>
            <ac:spMk id="3" creationId="{2371CBE1-0C6A-5795-23FB-B9CACCEA9E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ABBA590-8827-403B-CD2D-EDCD90960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886C1E1-7258-5137-B86C-EF0EAAC38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9984A6F-BA2E-700F-6D73-0B7B4C2AE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12EEF8A-7FBB-C101-61D6-0E9412BA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03CB63A-DE99-637A-3B7D-51D03DED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690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B5E20B-3CE2-7F46-A38E-AC9A7901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D0D7351-B6D1-5AA7-3117-4D5C4D3EE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982EFC9-B19A-C2A1-EC56-BB694AEE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C1F69C6-FB60-9F90-AF90-BF468ECA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F6B8E75-5726-2B1C-8436-04AC99F4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1065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52249A-7DC5-5B83-81C5-42B18820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7D7A800-88BA-E887-5CE2-8EBA7D0F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F6BB978-81D9-290B-995B-47106BA6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889F48B-E74E-A9D2-BBAD-47A0BD13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CF2F1AB-AE3C-7282-6FAC-5A78BC98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904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A625B1C-DCC8-6E92-B4AC-3FCDF128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B53D732-02C6-61FC-1A16-50F4805FE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0AEEA7F-8F23-4C6E-B0C8-71787A0D2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64E6DC9-B1C7-9A11-1CFB-7A19BF83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9F08D4D-5E4C-E448-E6F8-FC227283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A3BF3AE-223B-1E8A-EF45-59574DA6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304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F2DA862-05F3-CCE2-7DCD-012DAD1A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E71745B-E67D-370F-2E5C-5534324D8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8CA9D04-FDED-6903-4022-6343220C1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2A6D60E-F693-05AB-2C3B-16CD8BA25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11D8BE7B-B862-F99F-1560-90A1C760B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66A08DFE-5D7D-87A4-5BBB-F8C15E62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A9ED0129-E570-5BC6-5284-F740D109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E84BE4C8-ABA0-B0C8-5582-20B4DEBD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028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C331972-E8F7-6017-B135-251DEB5C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C57573A1-A92C-DBBC-8C74-32B447EE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A6A3DC2D-42B7-F224-FB6E-3B448022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40CB90D6-922F-6E22-29BC-94232CBB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824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E0536B41-63A8-937A-7387-894CD951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85A0F621-BFA6-1EE7-F903-5CAAB50E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36E3850-9A84-D344-7F99-BA016661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6978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5C0D62-679E-D6F6-35E1-C9EF5F08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EFF938F-CC86-A5F0-00A0-6BF54917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537527C-4BA2-1F2C-E56D-6EA8F3774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665EBA8-0BF9-6450-3DC0-DD80BB47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28B9196-4336-88E0-16F4-E8667FFF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1B28D47-323E-A3D4-5EF7-B7EB2202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901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1ED91A-D658-A7FD-2F81-DC70D1A4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B0BEDC60-DA8F-77D9-DEA1-0F28304DA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66AB7BA-C889-0779-EC8D-F0E7C25DE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FDAEC4B-08F0-6FF6-5FA5-58C37CF9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4C84621-31F8-7FB3-0215-B45BA0B9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09B7341-20B5-BD26-FA11-F7D20D1F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654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B8F1B6-18F4-9BE8-8CB0-A8C15E80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32E7E6F-2294-C860-E3B8-A9A7C5A7B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44686B0-7DFB-C673-2491-999EB0E4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8EF58C2-08A8-C318-E9B8-C2A697AE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A551312-16E5-9B8B-B7ED-2A110CA9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282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B5961E5-53F5-3B8E-6370-9C6C96548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5A2DACF3-F3CB-9AFF-9981-027E62C34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DBAE743-DC91-414F-F827-272FB4FE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385F7E0-B07B-6E52-0D59-74ECF5C1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1E536E-2BED-D726-8BE9-C6A743CE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6800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7D99FE2E-AC08-4FA0-1CD1-0005F1EF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86F1315-A89B-5256-F1BB-14EF85AA3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3581F93-1477-0E84-FD62-7D035278B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C9681-D633-46A0-88A7-21B0D70F1795}" type="datetimeFigureOut">
              <a:rPr lang="nb-NO" smtClean="0"/>
              <a:t>31.10.2025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ABC1113-5D3D-DDA7-349B-4E2760784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A3B31B1-5617-38A0-DA15-0574EDFDC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F71F6-5F29-4BB3-8DD7-65FAA800B33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366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list=PLnjnebhbRnHRDeeNzgSF7li16tR0ygzM1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7000" t="-31000" r="-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2" descr="Bilde av ">
            <a:extLst>
              <a:ext uri="{FF2B5EF4-FFF2-40B4-BE49-F238E27FC236}">
                <a16:creationId xmlns:a16="http://schemas.microsoft.com/office/drawing/2014/main" id="{63E5CC26-7947-4ACC-AF72-97CCDFD7B2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8" name="Bilde 17">
            <a:extLst>
              <a:ext uri="{FF2B5EF4-FFF2-40B4-BE49-F238E27FC236}">
                <a16:creationId xmlns:a16="http://schemas.microsoft.com/office/drawing/2014/main" id="{DAB0C664-393C-1F0B-7111-D3EB853D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126" y="286924"/>
            <a:ext cx="5770547" cy="597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F5E45-C80C-C235-D59D-F0EBDB75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8F408D40-C90F-823F-DB93-D36E85D38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6" y="0"/>
            <a:ext cx="2202785" cy="2282492"/>
          </a:xfrm>
          <a:prstGeom prst="rect">
            <a:avLst/>
          </a:prstGeom>
        </p:spPr>
      </p:pic>
      <p:sp>
        <p:nvSpPr>
          <p:cNvPr id="2" name="TekstSylinder 1">
            <a:extLst>
              <a:ext uri="{FF2B5EF4-FFF2-40B4-BE49-F238E27FC236}">
                <a16:creationId xmlns:a16="http://schemas.microsoft.com/office/drawing/2014/main" id="{DF558588-4759-3FD4-4CF6-290D018E98D6}"/>
              </a:ext>
            </a:extLst>
          </p:cNvPr>
          <p:cNvSpPr txBox="1"/>
          <p:nvPr/>
        </p:nvSpPr>
        <p:spPr>
          <a:xfrm>
            <a:off x="1641173" y="2767506"/>
            <a:ext cx="8909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Programmering</a:t>
            </a:r>
            <a:r>
              <a:rPr lang="nb-NO" dirty="0"/>
              <a:t> er kunsten å skrive detaljerte, </a:t>
            </a:r>
            <a:r>
              <a:rPr lang="nb-NO" b="1" dirty="0"/>
              <a:t>logiske instruksjoner</a:t>
            </a:r>
            <a:r>
              <a:rPr lang="nb-NO" dirty="0"/>
              <a:t> som forteller en datamaskin nøyaktig hva den skal gjøre for å løse et problem.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Det handler om å ta en stor oppgave og </a:t>
            </a:r>
            <a:r>
              <a:rPr lang="nb-NO" b="1" dirty="0"/>
              <a:t>bryte den ned</a:t>
            </a:r>
            <a:r>
              <a:rPr lang="nb-NO" dirty="0"/>
              <a:t> i små, håndterbare steg, kalt en </a:t>
            </a:r>
            <a:r>
              <a:rPr lang="nb-NO" b="1" dirty="0"/>
              <a:t>algoritme</a:t>
            </a:r>
            <a:r>
              <a:rPr lang="nb-NO" dirty="0"/>
              <a:t>. Disse stegene skrives i et </a:t>
            </a:r>
            <a:r>
              <a:rPr lang="nb-NO" b="1" dirty="0"/>
              <a:t>programmeringsspråk</a:t>
            </a:r>
            <a:r>
              <a:rPr lang="nb-NO" dirty="0"/>
              <a:t> (som JavaScript eller Python) som datamaskinen kan forstå og utføre.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Ved hjelp av verktøy som </a:t>
            </a:r>
            <a:r>
              <a:rPr lang="nb-NO" b="1" dirty="0"/>
              <a:t>variabler</a:t>
            </a:r>
            <a:r>
              <a:rPr lang="nb-NO" dirty="0"/>
              <a:t>, </a:t>
            </a:r>
            <a:r>
              <a:rPr lang="nb-NO" b="1" dirty="0"/>
              <a:t>betingelser</a:t>
            </a:r>
            <a:r>
              <a:rPr lang="nb-NO" dirty="0"/>
              <a:t> (</a:t>
            </a:r>
            <a:r>
              <a:rPr lang="nb-NO" dirty="0" err="1"/>
              <a:t>if</a:t>
            </a:r>
            <a:r>
              <a:rPr lang="nb-NO" dirty="0"/>
              <a:t>/</a:t>
            </a:r>
            <a:r>
              <a:rPr lang="nb-NO" dirty="0" err="1"/>
              <a:t>else</a:t>
            </a:r>
            <a:r>
              <a:rPr lang="nb-NO" dirty="0"/>
              <a:t>) og </a:t>
            </a:r>
            <a:r>
              <a:rPr lang="nb-NO" b="1" dirty="0"/>
              <a:t>løkker</a:t>
            </a:r>
            <a:r>
              <a:rPr lang="nb-NO" dirty="0"/>
              <a:t> (for/</a:t>
            </a:r>
            <a:r>
              <a:rPr lang="nb-NO" dirty="0" err="1"/>
              <a:t>while</a:t>
            </a:r>
            <a:r>
              <a:rPr lang="nb-NO" dirty="0"/>
              <a:t>), styrer programmereren </a:t>
            </a:r>
            <a:r>
              <a:rPr lang="nb-NO" b="1" dirty="0"/>
              <a:t>kontrollflyten</a:t>
            </a:r>
            <a:r>
              <a:rPr lang="nb-NO" dirty="0"/>
              <a:t> i programmet.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Dette logiske arbeidet gjør det mulig å lage alt fra komplekse apper og dataspill til interaktive nettsider.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4761939E-68A1-FD27-94EF-81F687144BD8}"/>
              </a:ext>
            </a:extLst>
          </p:cNvPr>
          <p:cNvSpPr txBox="1"/>
          <p:nvPr/>
        </p:nvSpPr>
        <p:spPr>
          <a:xfrm>
            <a:off x="4098175" y="2093976"/>
            <a:ext cx="3995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Hva er programmering?</a:t>
            </a:r>
          </a:p>
        </p:txBody>
      </p:sp>
    </p:spTree>
    <p:extLst>
      <p:ext uri="{BB962C8B-B14F-4D97-AF65-F5344CB8AC3E}">
        <p14:creationId xmlns:p14="http://schemas.microsoft.com/office/powerpoint/2010/main" val="51922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668A-D7A0-458E-0A74-1BB9CB9A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76F7FA55-7688-BAD2-7928-9E1DD2803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1CF69E63-40F3-412E-B62D-DE7DD486515B}"/>
              </a:ext>
            </a:extLst>
          </p:cNvPr>
          <p:cNvSpPr txBox="1"/>
          <p:nvPr/>
        </p:nvSpPr>
        <p:spPr>
          <a:xfrm>
            <a:off x="5147566" y="2282492"/>
            <a:ext cx="1896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Sekvenser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D08778B-3F75-30B1-2B09-DE2FA8CB6478}"/>
              </a:ext>
            </a:extLst>
          </p:cNvPr>
          <p:cNvSpPr txBox="1"/>
          <p:nvPr/>
        </p:nvSpPr>
        <p:spPr>
          <a:xfrm>
            <a:off x="1764573" y="3333878"/>
            <a:ext cx="8662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Sekvens</a:t>
            </a:r>
            <a:r>
              <a:rPr lang="nb-NO" dirty="0"/>
              <a:t> er den mest grunnleggende regelen for hvordan et program utføres. 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Det betyr at datamaskinen utfører instruksjonene i en </a:t>
            </a:r>
            <a:r>
              <a:rPr lang="nb-NO" b="1" dirty="0"/>
              <a:t>fast, lineær rekkefølge</a:t>
            </a:r>
            <a:r>
              <a:rPr lang="nb-NO" dirty="0"/>
              <a:t>, akkurat slik de er skrevet, fra </a:t>
            </a:r>
            <a:r>
              <a:rPr lang="nb-NO" b="1" dirty="0"/>
              <a:t>topp til bunn</a:t>
            </a:r>
            <a:r>
              <a:rPr lang="nb-NO" dirty="0"/>
              <a:t>.</a:t>
            </a:r>
            <a:br>
              <a:rPr lang="nb-NO" dirty="0"/>
            </a:br>
            <a:endParaRPr lang="nb-NO" dirty="0"/>
          </a:p>
          <a:p>
            <a:r>
              <a:rPr lang="nb-NO" dirty="0"/>
              <a:t>Tenk på det som å følge en </a:t>
            </a:r>
            <a:r>
              <a:rPr lang="nb-NO" b="1" dirty="0"/>
              <a:t>oppskrift</a:t>
            </a:r>
            <a:r>
              <a:rPr lang="nb-NO" dirty="0"/>
              <a:t> eller en </a:t>
            </a:r>
            <a:r>
              <a:rPr lang="nb-NO" b="1" dirty="0"/>
              <a:t>monteringsanvisning</a:t>
            </a:r>
            <a:r>
              <a:rPr lang="nb-NO" dirty="0"/>
              <a:t>. Du </a:t>
            </a:r>
            <a:r>
              <a:rPr lang="nb-NO" i="1" dirty="0"/>
              <a:t>må</a:t>
            </a:r>
            <a:r>
              <a:rPr lang="nb-NO" dirty="0"/>
              <a:t> fullføre det ene steget før du kan begynne på det neste.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767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1691-A73A-7C23-725D-1D028215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72BD6B03-80AE-589E-8F95-1BE1C6465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A49513B9-C6EB-935B-0E2A-0797CCF5E487}"/>
              </a:ext>
            </a:extLst>
          </p:cNvPr>
          <p:cNvSpPr txBox="1"/>
          <p:nvPr/>
        </p:nvSpPr>
        <p:spPr>
          <a:xfrm>
            <a:off x="4202210" y="2284965"/>
            <a:ext cx="3787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Sekvensers virkemåte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B5DED5C1-4D4B-B533-3299-D1F9CEB2E505}"/>
              </a:ext>
            </a:extLst>
          </p:cNvPr>
          <p:cNvSpPr txBox="1"/>
          <p:nvPr/>
        </p:nvSpPr>
        <p:spPr>
          <a:xfrm>
            <a:off x="1897923" y="3038603"/>
            <a:ext cx="8662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Rekkefølge er Lov/Krav:</a:t>
            </a:r>
            <a:r>
              <a:rPr lang="nb-NO" dirty="0"/>
              <a:t> Hver linje med kode eller instruksjon utføres nøyaktig i den rekkefølgen den står.</a:t>
            </a:r>
          </a:p>
          <a:p>
            <a:endParaRPr lang="nb-NO" dirty="0"/>
          </a:p>
          <a:p>
            <a:r>
              <a:rPr lang="nb-NO" b="1" dirty="0"/>
              <a:t>Ingen Hopp:</a:t>
            </a:r>
            <a:r>
              <a:rPr lang="nb-NO" dirty="0"/>
              <a:t> Programmet hopper verken over en linje eller gjentar en linje på dette stadiet.</a:t>
            </a:r>
            <a:br>
              <a:rPr lang="nb-NO" dirty="0"/>
            </a:br>
            <a:br>
              <a:rPr lang="nb-NO" dirty="0"/>
            </a:br>
            <a:r>
              <a:rPr lang="nb-NO" b="1" dirty="0"/>
              <a:t>Fullførelse:</a:t>
            </a:r>
            <a:r>
              <a:rPr lang="nb-NO" dirty="0"/>
              <a:t> Hver instruksjon må fullføres før programmet går videre til neste instruksjon.</a:t>
            </a:r>
          </a:p>
        </p:txBody>
      </p:sp>
    </p:spTree>
    <p:extLst>
      <p:ext uri="{BB962C8B-B14F-4D97-AF65-F5344CB8AC3E}">
        <p14:creationId xmlns:p14="http://schemas.microsoft.com/office/powerpoint/2010/main" val="316370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2664-995E-57AC-0367-647298F8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D9F92840-DB07-D2F6-26F2-7256EE64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C0D2EC09-B181-9086-3445-DE2D032019C8}"/>
              </a:ext>
            </a:extLst>
          </p:cNvPr>
          <p:cNvSpPr txBox="1"/>
          <p:nvPr/>
        </p:nvSpPr>
        <p:spPr>
          <a:xfrm>
            <a:off x="5147564" y="2638938"/>
            <a:ext cx="1662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Variabler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8F62A589-6EF8-18A1-0681-BBA1F015B6C7}"/>
              </a:ext>
            </a:extLst>
          </p:cNvPr>
          <p:cNvSpPr txBox="1"/>
          <p:nvPr/>
        </p:nvSpPr>
        <p:spPr>
          <a:xfrm>
            <a:off x="1610480" y="3559846"/>
            <a:ext cx="86628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I programmering er en </a:t>
            </a:r>
            <a:r>
              <a:rPr lang="nb-NO" b="1" dirty="0"/>
              <a:t>variabel</a:t>
            </a:r>
            <a:r>
              <a:rPr lang="nb-NO" dirty="0"/>
              <a:t> en </a:t>
            </a:r>
            <a:r>
              <a:rPr lang="nb-NO" b="1" dirty="0"/>
              <a:t>navngitt lagringsplass</a:t>
            </a:r>
            <a:r>
              <a:rPr lang="nb-NO" dirty="0"/>
              <a:t> i datamaskinens minne.</a:t>
            </a:r>
          </a:p>
          <a:p>
            <a:endParaRPr lang="nb-NO" dirty="0"/>
          </a:p>
          <a:p>
            <a:r>
              <a:rPr lang="nb-NO" dirty="0"/>
              <a:t>Tenk på det som en </a:t>
            </a:r>
            <a:r>
              <a:rPr lang="nb-NO" b="1" dirty="0"/>
              <a:t>merket boks</a:t>
            </a:r>
            <a:r>
              <a:rPr lang="nb-NO" dirty="0"/>
              <a:t> eller et </a:t>
            </a:r>
            <a:r>
              <a:rPr lang="nb-NO" b="1" dirty="0"/>
              <a:t>navneskilt</a:t>
            </a:r>
            <a:r>
              <a:rPr lang="nb-NO" dirty="0"/>
              <a:t> du bruker for å holde på en spesifikk verdi.</a:t>
            </a:r>
          </a:p>
          <a:p>
            <a:endParaRPr lang="nb-NO" dirty="0"/>
          </a:p>
          <a:p>
            <a:r>
              <a:rPr lang="nb-NO" dirty="0"/>
              <a:t>Kjernen i ordet "Variabel" er at verdien </a:t>
            </a:r>
            <a:r>
              <a:rPr lang="nb-NO" i="1" dirty="0"/>
              <a:t>kan variere</a:t>
            </a:r>
            <a:r>
              <a:rPr lang="nb-NO" dirty="0"/>
              <a:t> (endres) underveis i programmet.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3939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E0AC-0FF7-904B-9206-B4759DD2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6D024CCE-CEE0-53F1-FFF9-945EF3D3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9AA23DEC-4DEF-360F-84E9-D8FA90FC83F5}"/>
              </a:ext>
            </a:extLst>
          </p:cNvPr>
          <p:cNvSpPr txBox="1"/>
          <p:nvPr/>
        </p:nvSpPr>
        <p:spPr>
          <a:xfrm>
            <a:off x="4447885" y="2659559"/>
            <a:ext cx="3296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Variablers oppgave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6B59B198-2B06-DAD7-F075-BB6239E08E7F}"/>
              </a:ext>
            </a:extLst>
          </p:cNvPr>
          <p:cNvSpPr txBox="1"/>
          <p:nvPr/>
        </p:nvSpPr>
        <p:spPr>
          <a:xfrm>
            <a:off x="1764572" y="3559846"/>
            <a:ext cx="86628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Huske data:</a:t>
            </a:r>
            <a:r>
              <a:rPr lang="nb-NO" dirty="0"/>
              <a:t> Lagre inndata fra en bruker (f.eks. navn eller alder).</a:t>
            </a:r>
          </a:p>
          <a:p>
            <a:endParaRPr lang="nb-NO" dirty="0"/>
          </a:p>
          <a:p>
            <a:r>
              <a:rPr lang="nb-NO" b="1" dirty="0"/>
              <a:t>Mellomlagre resultater:</a:t>
            </a:r>
            <a:r>
              <a:rPr lang="nb-NO" dirty="0"/>
              <a:t> Holde resultatet av en beregning (f.eks. en sum).</a:t>
            </a:r>
          </a:p>
          <a:p>
            <a:endParaRPr lang="nb-NO" dirty="0"/>
          </a:p>
          <a:p>
            <a:r>
              <a:rPr lang="nb-NO" b="1" dirty="0"/>
              <a:t>Kontrollere tilstand:</a:t>
            </a:r>
            <a:r>
              <a:rPr lang="nb-NO" dirty="0"/>
              <a:t> Huske om en knapp er trykket eller om en bruker er logget inn.</a:t>
            </a:r>
          </a:p>
        </p:txBody>
      </p:sp>
    </p:spTree>
    <p:extLst>
      <p:ext uri="{BB962C8B-B14F-4D97-AF65-F5344CB8AC3E}">
        <p14:creationId xmlns:p14="http://schemas.microsoft.com/office/powerpoint/2010/main" val="320435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A911C-6DFA-120B-7E1B-40B75F78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1287019B-6240-4E30-54CA-416918671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76C0655F-289F-767B-29BA-14606C956651}"/>
              </a:ext>
            </a:extLst>
          </p:cNvPr>
          <p:cNvSpPr txBox="1"/>
          <p:nvPr/>
        </p:nvSpPr>
        <p:spPr>
          <a:xfrm>
            <a:off x="4447885" y="2659559"/>
            <a:ext cx="287469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Sannhetsverdier</a:t>
            </a:r>
          </a:p>
          <a:p>
            <a:pPr algn="ctr"/>
            <a:r>
              <a:rPr lang="nb-NO" sz="1200" i="1" dirty="0"/>
              <a:t>SANN &amp; USANN / 1 &amp; 0</a:t>
            </a:r>
            <a:br>
              <a:rPr lang="nb-NO" sz="1200" i="1" dirty="0"/>
            </a:br>
            <a:r>
              <a:rPr lang="nb-NO" sz="1200" i="1" dirty="0"/>
              <a:t>(TRUE &amp; FALSE)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CBF1742D-BA1D-41A0-A8AD-04B9024B3F89}"/>
              </a:ext>
            </a:extLst>
          </p:cNvPr>
          <p:cNvSpPr txBox="1"/>
          <p:nvPr/>
        </p:nvSpPr>
        <p:spPr>
          <a:xfrm>
            <a:off x="1764573" y="3763046"/>
            <a:ext cx="86628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En </a:t>
            </a:r>
            <a:r>
              <a:rPr lang="nb-NO" b="1" dirty="0"/>
              <a:t>Boolean-variabel</a:t>
            </a:r>
            <a:r>
              <a:rPr lang="nb-NO" dirty="0"/>
              <a:t> (eller sannhetsverdi) er en spesiell type variabel som kun har </a:t>
            </a:r>
            <a:r>
              <a:rPr lang="nb-NO" b="1" dirty="0"/>
              <a:t>to mulige tilstander</a:t>
            </a:r>
            <a:r>
              <a:rPr lang="nb-NO" dirty="0"/>
              <a:t>:</a:t>
            </a:r>
          </a:p>
          <a:p>
            <a:endParaRPr lang="nb-NO" dirty="0"/>
          </a:p>
          <a:p>
            <a:endParaRPr lang="nb-NO" dirty="0"/>
          </a:p>
          <a:p>
            <a:pPr algn="ctr"/>
            <a:r>
              <a:rPr lang="nb-NO" sz="2400" b="1" dirty="0">
                <a:solidFill>
                  <a:schemeClr val="accent6"/>
                </a:solidFill>
              </a:rPr>
              <a:t>SANN</a:t>
            </a:r>
            <a:r>
              <a:rPr lang="nb-NO" sz="2400" dirty="0">
                <a:solidFill>
                  <a:schemeClr val="accent6"/>
                </a:solidFill>
              </a:rPr>
              <a:t> </a:t>
            </a:r>
            <a:r>
              <a:rPr lang="nb-NO" sz="2400" i="1" dirty="0">
                <a:solidFill>
                  <a:schemeClr val="accent6"/>
                </a:solidFill>
              </a:rPr>
              <a:t>(TRUE) </a:t>
            </a:r>
            <a:r>
              <a:rPr lang="nb-NO" sz="2400" i="1" dirty="0"/>
              <a:t>		</a:t>
            </a:r>
            <a:r>
              <a:rPr lang="nb-NO" sz="2400" b="1" i="1" dirty="0"/>
              <a:t>ELLER 	</a:t>
            </a:r>
            <a:r>
              <a:rPr lang="nb-NO" sz="2400" b="1" dirty="0">
                <a:solidFill>
                  <a:srgbClr val="FF0000"/>
                </a:solidFill>
              </a:rPr>
              <a:t>USANN</a:t>
            </a:r>
            <a:r>
              <a:rPr lang="nb-NO" sz="2400" dirty="0">
                <a:solidFill>
                  <a:srgbClr val="FF0000"/>
                </a:solidFill>
              </a:rPr>
              <a:t> </a:t>
            </a:r>
            <a:r>
              <a:rPr lang="nb-NO" sz="2400" i="1" dirty="0">
                <a:solidFill>
                  <a:srgbClr val="FF0000"/>
                </a:solidFill>
              </a:rPr>
              <a:t>(FALSE)</a:t>
            </a:r>
          </a:p>
        </p:txBody>
      </p:sp>
    </p:spTree>
    <p:extLst>
      <p:ext uri="{BB962C8B-B14F-4D97-AF65-F5344CB8AC3E}">
        <p14:creationId xmlns:p14="http://schemas.microsoft.com/office/powerpoint/2010/main" val="338357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93C3-9707-556C-BA0D-248BCD3B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CC4AE826-56F3-ACA0-B974-C23F5C5C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2DA2655F-4215-61DF-116D-D27B63746E23}"/>
              </a:ext>
            </a:extLst>
          </p:cNvPr>
          <p:cNvSpPr txBox="1"/>
          <p:nvPr/>
        </p:nvSpPr>
        <p:spPr>
          <a:xfrm>
            <a:off x="2427654" y="2282492"/>
            <a:ext cx="733668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/>
              <a:t>Sannhetsverdier er selve nøkkelen til Logikk</a:t>
            </a:r>
          </a:p>
          <a:p>
            <a:pPr algn="ctr"/>
            <a:r>
              <a:rPr lang="nb-NO" sz="1200" i="1" dirty="0"/>
              <a:t>SANN &amp; USANN / 1 &amp; 0</a:t>
            </a:r>
            <a:br>
              <a:rPr lang="nb-NO" sz="1200" i="1" dirty="0"/>
            </a:br>
            <a:r>
              <a:rPr lang="nb-NO" sz="1200" i="1" dirty="0"/>
              <a:t>(TRUE &amp; FALSE)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DE99B4E-95CF-2E8E-37FE-6BEFBC076591}"/>
              </a:ext>
            </a:extLst>
          </p:cNvPr>
          <p:cNvSpPr txBox="1"/>
          <p:nvPr/>
        </p:nvSpPr>
        <p:spPr>
          <a:xfrm>
            <a:off x="1764572" y="3175044"/>
            <a:ext cx="86628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Den boolske datatypen er kritisk viktig fordi den er </a:t>
            </a:r>
            <a:r>
              <a:rPr lang="nb-NO" b="1" dirty="0"/>
              <a:t>hjernen</a:t>
            </a:r>
            <a:r>
              <a:rPr lang="nb-NO" dirty="0"/>
              <a:t> bak alle beslutninger og kontrollflyter i et program. Uten Boolean kan et program </a:t>
            </a:r>
            <a:r>
              <a:rPr lang="nb-NO" b="1" dirty="0"/>
              <a:t>aldri avvike</a:t>
            </a:r>
            <a:r>
              <a:rPr lang="nb-NO" dirty="0"/>
              <a:t> fra den fastsatte sekvensielle rekkefølgen.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- Hvis svaret er </a:t>
            </a:r>
            <a:r>
              <a:rPr lang="nb-NO" b="1" dirty="0"/>
              <a:t>SANN</a:t>
            </a:r>
            <a:r>
              <a:rPr lang="nb-NO" dirty="0"/>
              <a:t> (True), åpnes porten, og en spesifikk kodeblokk kjøres.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- Hvis svaret er </a:t>
            </a:r>
            <a:r>
              <a:rPr lang="nb-NO" b="1" dirty="0"/>
              <a:t>USANN</a:t>
            </a:r>
            <a:r>
              <a:rPr lang="nb-NO" dirty="0"/>
              <a:t> (False), holdes porten lukket, og koden hoppes over.</a:t>
            </a:r>
          </a:p>
        </p:txBody>
      </p:sp>
    </p:spTree>
    <p:extLst>
      <p:ext uri="{BB962C8B-B14F-4D97-AF65-F5344CB8AC3E}">
        <p14:creationId xmlns:p14="http://schemas.microsoft.com/office/powerpoint/2010/main" val="566458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1075-D1C0-4657-F397-2335D4CA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4F6ABD89-85B1-4984-25A7-F46F5F7BB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4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73244BF4-61ED-2902-0BE6-4C00EE33311E}"/>
              </a:ext>
            </a:extLst>
          </p:cNvPr>
          <p:cNvSpPr txBox="1"/>
          <p:nvPr/>
        </p:nvSpPr>
        <p:spPr>
          <a:xfrm>
            <a:off x="3345946" y="2282492"/>
            <a:ext cx="55000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800" b="1" dirty="0"/>
              <a:t>Sannhetsverdier</a:t>
            </a:r>
            <a:br>
              <a:rPr lang="nb-NO" sz="2800" b="1" dirty="0"/>
            </a:br>
            <a:r>
              <a:rPr lang="nb-NO" sz="2800" i="1" dirty="0"/>
              <a:t>Oversetter fra Menneske til Maskin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9E99C14-29BA-721A-D1CA-EA03584CDF4E}"/>
              </a:ext>
            </a:extLst>
          </p:cNvPr>
          <p:cNvSpPr txBox="1"/>
          <p:nvPr/>
        </p:nvSpPr>
        <p:spPr>
          <a:xfrm>
            <a:off x="1764569" y="3429000"/>
            <a:ext cx="866285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Vår menneskelige logikk er full av "enten/eller"-situasjoner: </a:t>
            </a:r>
          </a:p>
          <a:p>
            <a:pPr algn="ctr"/>
            <a:endParaRPr lang="nb-NO" dirty="0"/>
          </a:p>
          <a:p>
            <a:pPr algn="ctr"/>
            <a:r>
              <a:rPr lang="nb-NO" sz="1600" i="1" dirty="0"/>
              <a:t>"Skal jeg ta bussen?«		"Er jeg trøtt?" 	 	 "Har jeg nok penger?«</a:t>
            </a:r>
            <a:br>
              <a:rPr lang="nb-NO" dirty="0"/>
            </a:br>
            <a:endParaRPr lang="nb-NO" dirty="0"/>
          </a:p>
          <a:p>
            <a:r>
              <a:rPr lang="nb-NO" dirty="0"/>
              <a:t>Boolean er den digitale måten å representere disse </a:t>
            </a:r>
            <a:r>
              <a:rPr lang="nb-NO" b="1" dirty="0"/>
              <a:t>binære (to-valgs) spørsmålene</a:t>
            </a:r>
            <a:r>
              <a:rPr lang="nb-NO" dirty="0"/>
              <a:t> på. </a:t>
            </a:r>
          </a:p>
          <a:p>
            <a:endParaRPr lang="nb-NO" dirty="0"/>
          </a:p>
          <a:p>
            <a:r>
              <a:rPr lang="nb-NO" dirty="0"/>
              <a:t>Fordi datamaskiner jobber med 0 (USANN) og 1 (SANN), er Boolean den perfekte broen mellom menneskelig logikk og datamaskinens elektriske logikk. Det er det språket datamaskinen bruker for å </a:t>
            </a:r>
            <a:r>
              <a:rPr lang="nb-NO" i="1" dirty="0"/>
              <a:t>resonere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298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7880-F002-D14D-34D4-2B118726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2E2BE989-668C-1A02-1996-D5813B54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4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9772A357-C964-6930-7BAD-B8DC0BE84CEC}"/>
              </a:ext>
            </a:extLst>
          </p:cNvPr>
          <p:cNvSpPr txBox="1"/>
          <p:nvPr/>
        </p:nvSpPr>
        <p:spPr>
          <a:xfrm>
            <a:off x="4451153" y="2586010"/>
            <a:ext cx="3289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800" b="1" dirty="0"/>
              <a:t>Logiske Operatører</a:t>
            </a:r>
            <a:endParaRPr lang="nb-NO" sz="2800" b="1" i="1" dirty="0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7EFD4D0-49A5-74DF-ED39-53011684EFE9}"/>
              </a:ext>
            </a:extLst>
          </p:cNvPr>
          <p:cNvSpPr txBox="1"/>
          <p:nvPr/>
        </p:nvSpPr>
        <p:spPr>
          <a:xfrm>
            <a:off x="1764569" y="3429000"/>
            <a:ext cx="86628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Logiske Operatører</a:t>
            </a:r>
            <a:r>
              <a:rPr lang="nb-NO" dirty="0"/>
              <a:t> er verktøyene vi bruker for å </a:t>
            </a:r>
            <a:r>
              <a:rPr lang="nb-NO" b="1" dirty="0"/>
              <a:t>kombinere eller endre én eller flere sannhetsverdier</a:t>
            </a:r>
            <a:r>
              <a:rPr lang="nb-NO" dirty="0"/>
              <a:t> (SANN/USANN) for å produsere et </a:t>
            </a:r>
            <a:r>
              <a:rPr lang="nb-NO" b="1" dirty="0"/>
              <a:t>enkelt, nytt sannhetsverdi</a:t>
            </a:r>
            <a:r>
              <a:rPr lang="nb-NO" dirty="0"/>
              <a:t> som resultatet.</a:t>
            </a:r>
          </a:p>
          <a:p>
            <a:endParaRPr lang="nb-NO" dirty="0"/>
          </a:p>
          <a:p>
            <a:r>
              <a:rPr lang="nb-NO" dirty="0"/>
              <a:t>Dette er avgjørende når du skal skrive en betingelse som krever at </a:t>
            </a:r>
            <a:r>
              <a:rPr lang="nb-NO" i="1" dirty="0"/>
              <a:t>flere ting</a:t>
            </a:r>
            <a:r>
              <a:rPr lang="nb-NO" dirty="0"/>
              <a:t> må være sanne, eller at </a:t>
            </a:r>
            <a:r>
              <a:rPr lang="nb-NO" i="1" dirty="0"/>
              <a:t>minst én</a:t>
            </a:r>
            <a:r>
              <a:rPr lang="nb-NO" dirty="0"/>
              <a:t> ting må være sann.</a:t>
            </a:r>
          </a:p>
        </p:txBody>
      </p:sp>
    </p:spTree>
    <p:extLst>
      <p:ext uri="{BB962C8B-B14F-4D97-AF65-F5344CB8AC3E}">
        <p14:creationId xmlns:p14="http://schemas.microsoft.com/office/powerpoint/2010/main" val="427874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E644-651E-B0FA-80C6-317F74EF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4517490E-43C5-9AC0-98DF-7AA73213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4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B86E9AE1-AD0A-50C7-4494-E79B78CFD7F8}"/>
              </a:ext>
            </a:extLst>
          </p:cNvPr>
          <p:cNvSpPr txBox="1"/>
          <p:nvPr/>
        </p:nvSpPr>
        <p:spPr>
          <a:xfrm>
            <a:off x="4451153" y="2586010"/>
            <a:ext cx="3289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800" b="1" dirty="0"/>
              <a:t>Logiske Operatører</a:t>
            </a:r>
            <a:endParaRPr lang="nb-NO" sz="2800" b="1" i="1" dirty="0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79E729F2-B35F-E14A-E338-1A9FEA02E796}"/>
              </a:ext>
            </a:extLst>
          </p:cNvPr>
          <p:cNvSpPr txBox="1"/>
          <p:nvPr/>
        </p:nvSpPr>
        <p:spPr>
          <a:xfrm>
            <a:off x="1764568" y="3244273"/>
            <a:ext cx="8662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OG (AND):</a:t>
            </a:r>
            <a:r>
              <a:rPr lang="nb-NO" dirty="0"/>
              <a:t> Krever at </a:t>
            </a:r>
            <a:r>
              <a:rPr lang="nb-NO" b="1" dirty="0"/>
              <a:t>begge</a:t>
            </a:r>
            <a:r>
              <a:rPr lang="nb-NO" dirty="0"/>
              <a:t> betingelsene er SANN for at hele uttrykket skal bli SANN.</a:t>
            </a:r>
          </a:p>
          <a:p>
            <a:endParaRPr lang="nb-NO" dirty="0"/>
          </a:p>
          <a:p>
            <a:r>
              <a:rPr lang="nb-NO" b="1" dirty="0"/>
              <a:t>ELLER (OR):</a:t>
            </a:r>
            <a:r>
              <a:rPr lang="nb-NO" dirty="0"/>
              <a:t> Krever at </a:t>
            </a:r>
            <a:r>
              <a:rPr lang="nb-NO" b="1" dirty="0"/>
              <a:t>minst én</a:t>
            </a:r>
            <a:r>
              <a:rPr lang="nb-NO" dirty="0"/>
              <a:t> av betingelsene er SANN for at hele uttrykket skal bli SANN.</a:t>
            </a:r>
          </a:p>
          <a:p>
            <a:endParaRPr lang="nb-NO" dirty="0"/>
          </a:p>
          <a:p>
            <a:r>
              <a:rPr lang="nb-NO" b="1" dirty="0"/>
              <a:t>IKKE (NOT):</a:t>
            </a:r>
            <a:r>
              <a:rPr lang="nb-NO" dirty="0"/>
              <a:t> </a:t>
            </a:r>
            <a:r>
              <a:rPr lang="nb-NO" b="1" dirty="0"/>
              <a:t>Snu</a:t>
            </a:r>
            <a:r>
              <a:rPr lang="nb-NO" dirty="0"/>
              <a:t> sannhetsverdien til en betingelse (SANN blir USANN, og USANN blir SANN).</a:t>
            </a:r>
          </a:p>
          <a:p>
            <a:endParaRPr lang="nb-NO" dirty="0"/>
          </a:p>
          <a:p>
            <a:r>
              <a:rPr lang="nb-NO" b="1" dirty="0"/>
              <a:t>EKSKLUSIV ELLER (XOR):</a:t>
            </a:r>
            <a:r>
              <a:rPr lang="nb-NO" dirty="0"/>
              <a:t> Krever at </a:t>
            </a:r>
            <a:r>
              <a:rPr lang="nb-NO" b="1" dirty="0"/>
              <a:t>kun én, men ikke begge</a:t>
            </a:r>
            <a:r>
              <a:rPr lang="nb-NO" dirty="0"/>
              <a:t>, betingelser er SANN for at uttrykket skal bli SANN.</a:t>
            </a:r>
          </a:p>
        </p:txBody>
      </p:sp>
    </p:spTree>
    <p:extLst>
      <p:ext uri="{BB962C8B-B14F-4D97-AF65-F5344CB8AC3E}">
        <p14:creationId xmlns:p14="http://schemas.microsoft.com/office/powerpoint/2010/main" val="248998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476E-A161-0DE3-E70A-E7835A21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0F38B756-5884-9A17-3FD5-B1B9E9A1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4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562D5ED0-A6A7-E50D-0ACB-2B4246620CCA}"/>
              </a:ext>
            </a:extLst>
          </p:cNvPr>
          <p:cNvSpPr txBox="1"/>
          <p:nvPr/>
        </p:nvSpPr>
        <p:spPr>
          <a:xfrm>
            <a:off x="5072892" y="2282492"/>
            <a:ext cx="20462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800" b="1" dirty="0"/>
              <a:t>Betingelser</a:t>
            </a:r>
            <a:br>
              <a:rPr lang="nb-NO" sz="2800" dirty="0"/>
            </a:br>
            <a:r>
              <a:rPr lang="nb-NO" sz="1600" i="1" dirty="0"/>
              <a:t>(</a:t>
            </a:r>
            <a:r>
              <a:rPr lang="nb-NO" sz="1600" i="1" dirty="0" err="1"/>
              <a:t>Conditions</a:t>
            </a:r>
            <a:r>
              <a:rPr lang="nb-NO" sz="1600" i="1" dirty="0"/>
              <a:t>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192F82FB-7285-5447-4C66-97CB46CAE893}"/>
              </a:ext>
            </a:extLst>
          </p:cNvPr>
          <p:cNvSpPr txBox="1"/>
          <p:nvPr/>
        </p:nvSpPr>
        <p:spPr>
          <a:xfrm>
            <a:off x="1764568" y="3244273"/>
            <a:ext cx="8662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IF / ELSE</a:t>
            </a:r>
            <a:r>
              <a:rPr lang="nb-NO" dirty="0"/>
              <a:t>-strukturen (på norsk: </a:t>
            </a:r>
            <a:r>
              <a:rPr lang="nb-NO" b="1" dirty="0"/>
              <a:t>HVIS / ELLERS</a:t>
            </a:r>
            <a:r>
              <a:rPr lang="nb-NO" dirty="0"/>
              <a:t>) er programmeringslogikkens verktøy for å ta </a:t>
            </a:r>
            <a:r>
              <a:rPr lang="nb-NO" b="1" dirty="0"/>
              <a:t>valg</a:t>
            </a:r>
            <a:r>
              <a:rPr lang="nb-NO" dirty="0"/>
              <a:t> (</a:t>
            </a:r>
            <a:r>
              <a:rPr lang="nb-NO" b="1" dirty="0"/>
              <a:t>Utvalg</a:t>
            </a:r>
            <a:r>
              <a:rPr lang="nb-NO" dirty="0"/>
              <a:t>). </a:t>
            </a:r>
          </a:p>
          <a:p>
            <a:endParaRPr lang="nb-NO" dirty="0"/>
          </a:p>
          <a:p>
            <a:r>
              <a:rPr lang="nb-NO" dirty="0"/>
              <a:t>Den lar programmet avvike fra den faste, sekvensielle flyten (topp-til-bunn) ved å sjekke om en </a:t>
            </a:r>
            <a:r>
              <a:rPr lang="nb-NO" b="1" dirty="0"/>
              <a:t>betingelse</a:t>
            </a:r>
            <a:r>
              <a:rPr lang="nb-NO" dirty="0"/>
              <a:t> er sann eller usann.</a:t>
            </a:r>
          </a:p>
          <a:p>
            <a:endParaRPr lang="nb-NO" dirty="0"/>
          </a:p>
          <a:p>
            <a:r>
              <a:rPr lang="nb-NO" b="1" dirty="0"/>
              <a:t>Prinsippet:</a:t>
            </a:r>
            <a:r>
              <a:rPr lang="nb-NO" dirty="0"/>
              <a:t> Programmet utfører en blokk med kode </a:t>
            </a:r>
            <a:r>
              <a:rPr lang="nb-NO" b="1" dirty="0"/>
              <a:t>HVIS</a:t>
            </a:r>
            <a:r>
              <a:rPr lang="nb-NO" dirty="0"/>
              <a:t> en betingelse er sann, og en annen blokk </a:t>
            </a:r>
            <a:r>
              <a:rPr lang="nb-NO" b="1" dirty="0"/>
              <a:t>ELLERS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464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F93F-263D-19A9-4CC1-9F23CF32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42B962F3-C463-B7EA-EE8D-62BDFB618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07" y="0"/>
            <a:ext cx="2202785" cy="2282492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2371CBE1-0C6A-5795-23FB-B9CACCEA9E95}"/>
              </a:ext>
            </a:extLst>
          </p:cNvPr>
          <p:cNvSpPr txBox="1"/>
          <p:nvPr/>
        </p:nvSpPr>
        <p:spPr>
          <a:xfrm>
            <a:off x="5072899" y="2060819"/>
            <a:ext cx="20462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800" b="1" dirty="0"/>
              <a:t>Betingelser</a:t>
            </a:r>
            <a:br>
              <a:rPr lang="nb-NO" sz="2800" dirty="0"/>
            </a:br>
            <a:r>
              <a:rPr lang="nb-NO" sz="1600" i="1" dirty="0"/>
              <a:t>(</a:t>
            </a:r>
            <a:r>
              <a:rPr lang="nb-NO" sz="1600" i="1" dirty="0" err="1"/>
              <a:t>Conditions</a:t>
            </a:r>
            <a:r>
              <a:rPr lang="nb-NO" sz="1600" i="1" dirty="0"/>
              <a:t>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B5EB4DE9-9076-B581-2164-4E14BF94A324}"/>
              </a:ext>
            </a:extLst>
          </p:cNvPr>
          <p:cNvSpPr txBox="1"/>
          <p:nvPr/>
        </p:nvSpPr>
        <p:spPr>
          <a:xfrm>
            <a:off x="1764575" y="3022600"/>
            <a:ext cx="86628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Løkker</a:t>
            </a:r>
            <a:r>
              <a:rPr lang="nb-NO" dirty="0"/>
              <a:t> er programmeringslogikkens verktøy for </a:t>
            </a:r>
            <a:r>
              <a:rPr lang="nb-NO" b="1" dirty="0"/>
              <a:t>repetisjon</a:t>
            </a:r>
            <a:r>
              <a:rPr lang="nb-NO" dirty="0"/>
              <a:t>. </a:t>
            </a:r>
          </a:p>
          <a:p>
            <a:endParaRPr lang="nb-NO" dirty="0"/>
          </a:p>
          <a:p>
            <a:r>
              <a:rPr lang="nb-NO" dirty="0"/>
              <a:t>En løkke lar deg kjøre en </a:t>
            </a:r>
            <a:r>
              <a:rPr lang="nb-NO" b="1" dirty="0"/>
              <a:t>sekvens</a:t>
            </a:r>
            <a:r>
              <a:rPr lang="nb-NO" dirty="0"/>
              <a:t> av instruksjoner </a:t>
            </a:r>
            <a:r>
              <a:rPr lang="nb-NO" b="1" dirty="0"/>
              <a:t>flere ganger</a:t>
            </a:r>
            <a:r>
              <a:rPr lang="nb-NO" dirty="0"/>
              <a:t> uten å måtte skrive den samme koden om og om igjen.</a:t>
            </a:r>
          </a:p>
          <a:p>
            <a:endParaRPr lang="nb-NO" dirty="0"/>
          </a:p>
          <a:p>
            <a:r>
              <a:rPr lang="nb-NO" dirty="0"/>
              <a:t>Tenk deg at du skal skrive ut tallene fra 1 til 1000. </a:t>
            </a:r>
          </a:p>
          <a:p>
            <a:endParaRPr lang="nb-NO" dirty="0"/>
          </a:p>
          <a:p>
            <a:r>
              <a:rPr lang="nb-NO" dirty="0"/>
              <a:t>Uten løkker måtte du skrevet </a:t>
            </a:r>
          </a:p>
          <a:p>
            <a:r>
              <a:rPr lang="nb-NO" dirty="0"/>
              <a:t>SKRIV UT 1, SKRIV UT 2, helt til SKRIV UT 1000. Løkker automatiserer dette.</a:t>
            </a:r>
          </a:p>
          <a:p>
            <a:endParaRPr lang="nb-NO" dirty="0"/>
          </a:p>
          <a:p>
            <a:r>
              <a:rPr lang="nb-NO" b="1" dirty="0"/>
              <a:t>Effektivitet:</a:t>
            </a:r>
            <a:r>
              <a:rPr lang="nb-NO" dirty="0"/>
              <a:t> Reduserer mengden kode drastisk.</a:t>
            </a:r>
          </a:p>
          <a:p>
            <a:r>
              <a:rPr lang="nb-NO" b="1" dirty="0" err="1"/>
              <a:t>Skalerbarhet</a:t>
            </a:r>
            <a:r>
              <a:rPr lang="nb-NO" b="1" dirty="0"/>
              <a:t>:</a:t>
            </a:r>
            <a:r>
              <a:rPr lang="nb-NO" dirty="0"/>
              <a:t> Gjør programmet i stand til å håndtere en ukjent eller stor mengde data (f.eks. alle navnene i en database).</a:t>
            </a:r>
          </a:p>
        </p:txBody>
      </p:sp>
    </p:spTree>
    <p:extLst>
      <p:ext uri="{BB962C8B-B14F-4D97-AF65-F5344CB8AC3E}">
        <p14:creationId xmlns:p14="http://schemas.microsoft.com/office/powerpoint/2010/main" val="312587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C99F421A-D0AD-465D-1BF1-50FBE2775975}"/>
              </a:ext>
            </a:extLst>
          </p:cNvPr>
          <p:cNvSpPr txBox="1"/>
          <p:nvPr/>
        </p:nvSpPr>
        <p:spPr>
          <a:xfrm>
            <a:off x="690843" y="2152650"/>
            <a:ext cx="10810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3200" dirty="0"/>
              <a:t>Se på </a:t>
            </a:r>
            <a:r>
              <a:rPr lang="nb-NO" sz="3200" dirty="0" err="1"/>
              <a:t>YouTube</a:t>
            </a:r>
            <a:r>
              <a:rPr lang="nb-NO" sz="3200" dirty="0"/>
              <a:t> </a:t>
            </a:r>
            <a:r>
              <a:rPr lang="nb-NO" sz="3200" dirty="0" err="1"/>
              <a:t>tutorial</a:t>
            </a:r>
            <a:r>
              <a:rPr lang="nb-NO" sz="3200" dirty="0"/>
              <a:t> om </a:t>
            </a:r>
            <a:r>
              <a:rPr lang="nb-NO" sz="3200" dirty="0" err="1"/>
              <a:t>Raptor</a:t>
            </a:r>
            <a:br>
              <a:rPr lang="nb-NO" sz="3200" dirty="0"/>
            </a:br>
            <a:br>
              <a:rPr lang="nb-NO" sz="3200" dirty="0"/>
            </a:br>
            <a:r>
              <a:rPr lang="nb-NO" sz="3200" dirty="0">
                <a:hlinkClick r:id="rId2"/>
              </a:rPr>
              <a:t>https://www.youtube.com/playlist?list=PLnjnebhbRnHRDeeNzgSF7li16tR0ygzM1</a:t>
            </a:r>
            <a:br>
              <a:rPr lang="nb-NO" sz="3200" dirty="0"/>
            </a:br>
            <a:br>
              <a:rPr lang="nb-NO" sz="3200" dirty="0"/>
            </a:br>
            <a:r>
              <a:rPr lang="nb-NO" sz="3200" dirty="0"/>
              <a:t>Se på kun de 3 første.</a:t>
            </a:r>
          </a:p>
        </p:txBody>
      </p:sp>
    </p:spTree>
    <p:extLst>
      <p:ext uri="{BB962C8B-B14F-4D97-AF65-F5344CB8AC3E}">
        <p14:creationId xmlns:p14="http://schemas.microsoft.com/office/powerpoint/2010/main" val="726844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D62CE6AE-4C37-FC56-B00F-75169201F38C}"/>
              </a:ext>
            </a:extLst>
          </p:cNvPr>
          <p:cNvSpPr txBox="1"/>
          <p:nvPr/>
        </p:nvSpPr>
        <p:spPr>
          <a:xfrm>
            <a:off x="1215771" y="720566"/>
            <a:ext cx="976045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0" b="1" dirty="0">
                <a:solidFill>
                  <a:srgbClr val="0070C0"/>
                </a:solidFill>
              </a:rPr>
              <a:t>Oppgave 1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Design en algoritme i </a:t>
            </a:r>
            <a:r>
              <a:rPr lang="nb-NO" dirty="0" err="1"/>
              <a:t>Raptor</a:t>
            </a:r>
            <a:r>
              <a:rPr lang="nb-NO" dirty="0"/>
              <a:t> som har som mål å samle inn informasjon fra en bruker og deretter presentere den i en sammenhengende fortelling.</a:t>
            </a:r>
          </a:p>
          <a:p>
            <a:r>
              <a:rPr lang="nb-NO" dirty="0"/>
              <a:t>Programmet skal først be brukeren om å oppgi fire forskjellige data:</a:t>
            </a:r>
            <a:br>
              <a:rPr lang="nb-NO" dirty="0"/>
            </a:br>
            <a:br>
              <a:rPr lang="nb-NO" dirty="0"/>
            </a:br>
            <a:endParaRPr lang="nb-NO" dirty="0"/>
          </a:p>
          <a:p>
            <a:r>
              <a:rPr lang="nb-NO" b="1" dirty="0"/>
              <a:t>Navn</a:t>
            </a:r>
            <a:endParaRPr lang="nb-NO" dirty="0"/>
          </a:p>
          <a:p>
            <a:r>
              <a:rPr lang="nb-NO" b="1" dirty="0"/>
              <a:t>Alder</a:t>
            </a:r>
            <a:endParaRPr lang="nb-NO" dirty="0"/>
          </a:p>
          <a:p>
            <a:r>
              <a:rPr lang="nb-NO" b="1" dirty="0"/>
              <a:t>Skole</a:t>
            </a:r>
            <a:endParaRPr lang="nb-NO" dirty="0"/>
          </a:p>
          <a:p>
            <a:r>
              <a:rPr lang="nb-NO" b="1" dirty="0"/>
              <a:t>Linje</a:t>
            </a:r>
            <a:br>
              <a:rPr lang="nb-NO" b="1" dirty="0"/>
            </a:br>
            <a:br>
              <a:rPr lang="nb-NO" b="1" dirty="0"/>
            </a:br>
            <a:endParaRPr lang="nb-NO" dirty="0"/>
          </a:p>
          <a:p>
            <a:r>
              <a:rPr lang="nb-NO" dirty="0"/>
              <a:t>Etter at all informasjonen er samlet inn, skal programmet skrive ut én enkelt setning eller kort historie der det bruker alle de fire innsamlede dataene på logisk riktig plass.</a:t>
            </a:r>
          </a:p>
          <a:p>
            <a:r>
              <a:rPr lang="nb-NO" dirty="0"/>
              <a:t>Dette krever at du bruker </a:t>
            </a:r>
            <a:r>
              <a:rPr lang="nb-NO" b="1" dirty="0"/>
              <a:t>Variabler</a:t>
            </a:r>
            <a:r>
              <a:rPr lang="nb-NO" dirty="0"/>
              <a:t> for å lagre informasjonen og sikrer at all </a:t>
            </a:r>
            <a:r>
              <a:rPr lang="nb-NO" b="1" dirty="0"/>
              <a:t>Input</a:t>
            </a:r>
            <a:r>
              <a:rPr lang="nb-NO" dirty="0"/>
              <a:t> og </a:t>
            </a:r>
            <a:r>
              <a:rPr lang="nb-NO" b="1" dirty="0"/>
              <a:t>Output</a:t>
            </a:r>
            <a:r>
              <a:rPr lang="nb-NO" dirty="0"/>
              <a:t> skjer i riktig </a:t>
            </a:r>
            <a:r>
              <a:rPr lang="nb-NO" b="1" dirty="0"/>
              <a:t>Sekvens</a:t>
            </a:r>
            <a:r>
              <a:rPr lang="nb-NO" dirty="0"/>
              <a:t>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8604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F43B2-BCCD-2FE5-D724-A00DEA71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A61CDD5D-F494-4828-A251-4CB605CE6A7F}"/>
              </a:ext>
            </a:extLst>
          </p:cNvPr>
          <p:cNvSpPr txBox="1"/>
          <p:nvPr/>
        </p:nvSpPr>
        <p:spPr>
          <a:xfrm>
            <a:off x="1215771" y="720566"/>
            <a:ext cx="976045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0" b="1" dirty="0">
                <a:solidFill>
                  <a:srgbClr val="0070C0"/>
                </a:solidFill>
              </a:rPr>
              <a:t>Oppgave 2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Design en algoritme i </a:t>
            </a:r>
            <a:r>
              <a:rPr lang="nb-NO" dirty="0" err="1"/>
              <a:t>Raptor</a:t>
            </a:r>
            <a:r>
              <a:rPr lang="nb-NO" dirty="0"/>
              <a:t> som simulerer en enkel alderssjekk, der resultatet lagres direkte som en sannhetsverdi.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Bruk en </a:t>
            </a:r>
            <a:r>
              <a:rPr lang="nb-NO" b="1" dirty="0"/>
              <a:t>Variabel</a:t>
            </a:r>
            <a:r>
              <a:rPr lang="nb-NO" dirty="0"/>
              <a:t> til å lagre den faste </a:t>
            </a:r>
            <a:r>
              <a:rPr lang="nb-NO" b="1" dirty="0"/>
              <a:t>aldersgrensen</a:t>
            </a:r>
            <a:r>
              <a:rPr lang="nb-NO" dirty="0"/>
              <a:t> for arrangementet (sett den til </a:t>
            </a:r>
            <a:r>
              <a:rPr lang="nb-NO" b="1" dirty="0"/>
              <a:t>18</a:t>
            </a:r>
            <a:r>
              <a:rPr lang="nb-NO" dirty="0"/>
              <a:t>).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Be brukeren om å oppgi sin </a:t>
            </a:r>
            <a:r>
              <a:rPr lang="nb-NO" b="1" dirty="0"/>
              <a:t>alder</a:t>
            </a:r>
            <a:r>
              <a:rPr lang="nb-NO" dirty="0"/>
              <a:t> (lagret i variabelen </a:t>
            </a:r>
            <a:r>
              <a:rPr lang="nb-NO" dirty="0" err="1"/>
              <a:t>BrukerAlder</a:t>
            </a:r>
            <a:r>
              <a:rPr lang="nb-NO" dirty="0"/>
              <a:t>).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Bruk et </a:t>
            </a:r>
            <a:r>
              <a:rPr lang="nb-NO" b="1" dirty="0" err="1"/>
              <a:t>Assignment</a:t>
            </a:r>
            <a:r>
              <a:rPr lang="nb-NO" b="1" dirty="0"/>
              <a:t> (Tildeling)</a:t>
            </a:r>
            <a:r>
              <a:rPr lang="nb-NO" dirty="0"/>
              <a:t>-symbol til å opprette en ny </a:t>
            </a:r>
            <a:r>
              <a:rPr lang="nb-NO" b="1" dirty="0"/>
              <a:t>Boolean-variabel</a:t>
            </a:r>
            <a:r>
              <a:rPr lang="nb-NO" dirty="0"/>
              <a:t> kalt </a:t>
            </a:r>
            <a:r>
              <a:rPr lang="nb-NO" dirty="0" err="1"/>
              <a:t>Kan_Komme_Inn</a:t>
            </a:r>
            <a:r>
              <a:rPr lang="nb-NO" dirty="0"/>
              <a:t>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Denne variabelen skal settes til resultatet av en sammenligning som sjekker om </a:t>
            </a:r>
            <a:r>
              <a:rPr lang="nb-NO" dirty="0" err="1"/>
              <a:t>BrukerAlder</a:t>
            </a:r>
            <a:r>
              <a:rPr lang="nb-NO" dirty="0"/>
              <a:t> er </a:t>
            </a:r>
            <a:r>
              <a:rPr lang="nb-NO" b="1" dirty="0"/>
              <a:t>større enn eller lik</a:t>
            </a:r>
            <a:r>
              <a:rPr lang="nb-NO" dirty="0"/>
              <a:t> aldersgrensen.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(Eksempel: </a:t>
            </a:r>
            <a:r>
              <a:rPr lang="nb-NO" dirty="0" err="1"/>
              <a:t>Kan_Komme_Inn</a:t>
            </a:r>
            <a:r>
              <a:rPr lang="nb-NO" dirty="0"/>
              <a:t> = </a:t>
            </a:r>
            <a:r>
              <a:rPr lang="nb-NO" dirty="0" err="1"/>
              <a:t>BrukerAlder</a:t>
            </a:r>
            <a:r>
              <a:rPr lang="nb-NO" dirty="0"/>
              <a:t> &gt;= Aldersgrense)</a:t>
            </a:r>
            <a:br>
              <a:rPr lang="nb-NO" dirty="0"/>
            </a:br>
            <a:br>
              <a:rPr lang="nb-NO" dirty="0"/>
            </a:br>
            <a:r>
              <a:rPr lang="nb-NO" dirty="0"/>
              <a:t>Skriv ut den endelige verdien av </a:t>
            </a:r>
            <a:r>
              <a:rPr lang="nb-NO" dirty="0" err="1"/>
              <a:t>Kan_Komme_Inn</a:t>
            </a:r>
            <a:r>
              <a:rPr lang="nb-NO" dirty="0"/>
              <a:t> (som vil være enten TRUE eller FALSE).</a:t>
            </a:r>
          </a:p>
        </p:txBody>
      </p:sp>
    </p:spTree>
    <p:extLst>
      <p:ext uri="{BB962C8B-B14F-4D97-AF65-F5344CB8AC3E}">
        <p14:creationId xmlns:p14="http://schemas.microsoft.com/office/powerpoint/2010/main" val="77916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610F4E7EA6CD4393AA569DA2AA90C0" ma:contentTypeVersion="3" ma:contentTypeDescription="Opprett et nytt dokument." ma:contentTypeScope="" ma:versionID="54c6e11f438d1486064190127be74266">
  <xsd:schema xmlns:xsd="http://www.w3.org/2001/XMLSchema" xmlns:xs="http://www.w3.org/2001/XMLSchema" xmlns:p="http://schemas.microsoft.com/office/2006/metadata/properties" xmlns:ns2="9276d334-dacb-44b5-bede-7250ce5a64d0" targetNamespace="http://schemas.microsoft.com/office/2006/metadata/properties" ma:root="true" ma:fieldsID="6a73997327b6c92fbf6a83ade0f2dc5b" ns2:_="">
    <xsd:import namespace="9276d334-dacb-44b5-bede-7250ce5a64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76d334-dacb-44b5-bede-7250ce5a64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41E2D6-D470-4384-A337-0DBD881B5547}"/>
</file>

<file path=customXml/itemProps2.xml><?xml version="1.0" encoding="utf-8"?>
<ds:datastoreItem xmlns:ds="http://schemas.openxmlformats.org/officeDocument/2006/customXml" ds:itemID="{C7A3795C-8043-4B7A-A870-9942B21601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D5E670-9975-4D45-80E0-7815C91BE124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960a291f-f4eb-4381-8765-3e3c0fbcab66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1158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Hamsa Casale</dc:creator>
  <cp:lastModifiedBy>Hamsa Casale</cp:lastModifiedBy>
  <cp:revision>1</cp:revision>
  <dcterms:created xsi:type="dcterms:W3CDTF">2025-10-29T18:53:25Z</dcterms:created>
  <dcterms:modified xsi:type="dcterms:W3CDTF">2025-10-31T07:17:40Z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0x01010042610F4E7EA6CD4393AA569DA2AA90C0</vt:lpwstr>
  </property>
</Properties>
</file>